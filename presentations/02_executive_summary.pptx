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 id="2147483661" r:id="rId2"/>
  </p:sldMasterIdLst>
  <p:notesMasterIdLst>
    <p:notesMasterId r:id="rId4"/>
  </p:notesMasterIdLst>
  <p:sldIdLst>
    <p:sldId id="256" r:id="rId3"/>
  </p:sldIdLst>
  <p:sldSz cx="7772400" cy="10058400"/>
  <p:notesSz cx="6858000" cy="9144000"/>
  <p:embeddedFontLst>
    <p:embeddedFont>
      <p:font typeface="Google Sans" panose="020B0604020202020204" charset="0"/>
      <p:regular r:id="rId5"/>
      <p:bold r:id="rId6"/>
      <p:italic r:id="rId7"/>
      <p:boldItalic r:id="rId8"/>
    </p:embeddedFont>
    <p:embeddedFont>
      <p:font typeface="Google Sans SemiBold" panose="020B0604020202020204" charset="0"/>
      <p:regular r:id="rId9"/>
      <p:bold r:id="rId10"/>
      <p:italic r:id="rId11"/>
      <p:boldItalic r:id="rId12"/>
    </p:embeddedFont>
    <p:embeddedFont>
      <p:font typeface="Lato" panose="020F0502020204030203" pitchFamily="34" charset="0"/>
      <p:regular r:id="rId13"/>
      <p:bold r:id="rId14"/>
      <p:italic r:id="rId15"/>
      <p:boldItalic r:id="rId16"/>
    </p:embeddedFont>
    <p:embeddedFont>
      <p:font typeface="Poppins" panose="00000500000000000000" pitchFamily="2" charset="0"/>
      <p:regular r:id="rId17"/>
      <p:bold r:id="rId18"/>
    </p:embeddedFont>
    <p:embeddedFont>
      <p:font typeface="PT Sans Narrow" panose="020B0506020203020204" pitchFamily="34" charset="0"/>
      <p:regular r:id="rId19"/>
      <p:bold r:id="rId20"/>
    </p:embeddedFont>
    <p:embeddedFont>
      <p:font typeface="Roboto" panose="02000000000000000000" pitchFamily="2" charset="0"/>
      <p:regular r:id="rId21"/>
      <p:bold r:id="rId22"/>
      <p:italic r:id="rId23"/>
      <p:boldItalic r:id="rId24"/>
    </p:embeddedFont>
    <p:embeddedFont>
      <p:font typeface="Work Sans" pitchFamily="2" charset="0"/>
      <p:regular r:id="rId25"/>
      <p:bold r:id="rId26"/>
      <p:italic r:id="rId27"/>
      <p:bold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168">
          <p15:clr>
            <a:srgbClr val="A4A3A4"/>
          </p15:clr>
        </p15:guide>
        <p15:guide id="2" pos="244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51" d="100"/>
          <a:sy n="51" d="100"/>
        </p:scale>
        <p:origin x="1936" y="48"/>
      </p:cViewPr>
      <p:guideLst>
        <p:guide orient="horz" pos="3168"/>
        <p:guide pos="244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4.fntdata"/><Relationship Id="rId13" Type="http://schemas.openxmlformats.org/officeDocument/2006/relationships/font" Target="fonts/font9.fntdata"/><Relationship Id="rId18" Type="http://schemas.openxmlformats.org/officeDocument/2006/relationships/font" Target="fonts/font14.fntdata"/><Relationship Id="rId26" Type="http://schemas.openxmlformats.org/officeDocument/2006/relationships/font" Target="fonts/font22.fntdata"/><Relationship Id="rId3" Type="http://schemas.openxmlformats.org/officeDocument/2006/relationships/slide" Target="slides/slide1.xml"/><Relationship Id="rId21" Type="http://schemas.openxmlformats.org/officeDocument/2006/relationships/font" Target="fonts/font17.fntdata"/><Relationship Id="rId7" Type="http://schemas.openxmlformats.org/officeDocument/2006/relationships/font" Target="fonts/font3.fntdata"/><Relationship Id="rId12" Type="http://schemas.openxmlformats.org/officeDocument/2006/relationships/font" Target="fonts/font8.fntdata"/><Relationship Id="rId17" Type="http://schemas.openxmlformats.org/officeDocument/2006/relationships/font" Target="fonts/font13.fntdata"/><Relationship Id="rId25" Type="http://schemas.openxmlformats.org/officeDocument/2006/relationships/font" Target="fonts/font21.fntdata"/><Relationship Id="rId2" Type="http://schemas.openxmlformats.org/officeDocument/2006/relationships/slideMaster" Target="slideMasters/slideMaster2.xml"/><Relationship Id="rId16" Type="http://schemas.openxmlformats.org/officeDocument/2006/relationships/font" Target="fonts/font12.fntdata"/><Relationship Id="rId20" Type="http://schemas.openxmlformats.org/officeDocument/2006/relationships/font" Target="fonts/font16.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font" Target="fonts/font2.fntdata"/><Relationship Id="rId11" Type="http://schemas.openxmlformats.org/officeDocument/2006/relationships/font" Target="fonts/font7.fntdata"/><Relationship Id="rId24" Type="http://schemas.openxmlformats.org/officeDocument/2006/relationships/font" Target="fonts/font20.fntdata"/><Relationship Id="rId32" Type="http://schemas.openxmlformats.org/officeDocument/2006/relationships/tableStyles" Target="tableStyles.xml"/><Relationship Id="rId5" Type="http://schemas.openxmlformats.org/officeDocument/2006/relationships/font" Target="fonts/font1.fntdata"/><Relationship Id="rId15" Type="http://schemas.openxmlformats.org/officeDocument/2006/relationships/font" Target="fonts/font11.fntdata"/><Relationship Id="rId23" Type="http://schemas.openxmlformats.org/officeDocument/2006/relationships/font" Target="fonts/font19.fntdata"/><Relationship Id="rId28" Type="http://schemas.openxmlformats.org/officeDocument/2006/relationships/font" Target="fonts/font24.fntdata"/><Relationship Id="rId10" Type="http://schemas.openxmlformats.org/officeDocument/2006/relationships/font" Target="fonts/font6.fntdata"/><Relationship Id="rId19" Type="http://schemas.openxmlformats.org/officeDocument/2006/relationships/font" Target="fonts/font15.fntdata"/><Relationship Id="rId31" Type="http://schemas.openxmlformats.org/officeDocument/2006/relationships/theme" Target="theme/theme1.xml"/><Relationship Id="rId4" Type="http://schemas.openxmlformats.org/officeDocument/2006/relationships/notesMaster" Target="notesMasters/notesMaster1.xml"/><Relationship Id="rId9" Type="http://schemas.openxmlformats.org/officeDocument/2006/relationships/font" Target="fonts/font5.fntdata"/><Relationship Id="rId14" Type="http://schemas.openxmlformats.org/officeDocument/2006/relationships/font" Target="fonts/font10.fntdata"/><Relationship Id="rId22" Type="http://schemas.openxmlformats.org/officeDocument/2006/relationships/font" Target="fonts/font18.fntdata"/><Relationship Id="rId27" Type="http://schemas.openxmlformats.org/officeDocument/2006/relationships/font" Target="fonts/font23.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g1bf252cab88_2_196: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7" name="Google Shape;367;g1bf252cab88_2_1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Layout 1" type="title">
  <p:cSld name="TITLE">
    <p:spTree>
      <p:nvGrpSpPr>
        <p:cNvPr id="1" name="Shape 10"/>
        <p:cNvGrpSpPr/>
        <p:nvPr/>
      </p:nvGrpSpPr>
      <p:grpSpPr>
        <a:xfrm>
          <a:off x="0" y="0"/>
          <a:ext cx="0" cy="0"/>
          <a:chOff x="0" y="0"/>
          <a:chExt cx="0" cy="0"/>
        </a:xfrm>
      </p:grpSpPr>
      <p:grpSp>
        <p:nvGrpSpPr>
          <p:cNvPr id="11" name="Google Shape;11;p2"/>
          <p:cNvGrpSpPr/>
          <p:nvPr/>
        </p:nvGrpSpPr>
        <p:grpSpPr>
          <a:xfrm>
            <a:off x="172055" y="1468890"/>
            <a:ext cx="7434543" cy="62982"/>
            <a:chOff x="1890075" y="5241175"/>
            <a:chExt cx="4240556" cy="257700"/>
          </a:xfrm>
        </p:grpSpPr>
        <p:sp>
          <p:nvSpPr>
            <p:cNvPr id="12" name="Google Shape;12;p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3" name="Google Shape;13;p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4" name="Google Shape;14;p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5" name="Google Shape;15;p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16" name="Google Shape;16;p2"/>
          <p:cNvSpPr/>
          <p:nvPr/>
        </p:nvSpPr>
        <p:spPr>
          <a:xfrm>
            <a:off x="172050" y="2765600"/>
            <a:ext cx="3076800" cy="7293000"/>
          </a:xfrm>
          <a:prstGeom prst="roundRect">
            <a:avLst>
              <a:gd name="adj" fmla="val 0"/>
            </a:avLst>
          </a:pr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nvGrpSpPr>
          <p:cNvPr id="17" name="Google Shape;17;p2"/>
          <p:cNvGrpSpPr/>
          <p:nvPr/>
        </p:nvGrpSpPr>
        <p:grpSpPr>
          <a:xfrm>
            <a:off x="168930" y="2702615"/>
            <a:ext cx="7434543" cy="62982"/>
            <a:chOff x="1890075" y="5241175"/>
            <a:chExt cx="4240556" cy="257700"/>
          </a:xfrm>
        </p:grpSpPr>
        <p:sp>
          <p:nvSpPr>
            <p:cNvPr id="18" name="Google Shape;18;p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9" name="Google Shape;19;p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0" name="Google Shape;20;p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1" name="Google Shape;21;p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cxnSp>
        <p:nvCxnSpPr>
          <p:cNvPr id="22" name="Google Shape;22;p2"/>
          <p:cNvCxnSpPr>
            <a:stCxn id="12" idx="0"/>
          </p:cNvCxnSpPr>
          <p:nvPr/>
        </p:nvCxnSpPr>
        <p:spPr>
          <a:xfrm>
            <a:off x="172055" y="1500381"/>
            <a:ext cx="0" cy="8590500"/>
          </a:xfrm>
          <a:prstGeom prst="straightConnector1">
            <a:avLst/>
          </a:prstGeom>
          <a:noFill/>
          <a:ln w="9525" cap="flat" cmpd="sng">
            <a:solidFill>
              <a:srgbClr val="CCCCCC"/>
            </a:solidFill>
            <a:prstDash val="solid"/>
            <a:round/>
            <a:headEnd type="none" w="med" len="med"/>
            <a:tailEnd type="none" w="med" len="med"/>
          </a:ln>
        </p:spPr>
      </p:cxnSp>
      <p:cxnSp>
        <p:nvCxnSpPr>
          <p:cNvPr id="23" name="Google Shape;23;p2"/>
          <p:cNvCxnSpPr/>
          <p:nvPr/>
        </p:nvCxnSpPr>
        <p:spPr>
          <a:xfrm>
            <a:off x="7603480" y="1500381"/>
            <a:ext cx="0" cy="8590500"/>
          </a:xfrm>
          <a:prstGeom prst="straightConnector1">
            <a:avLst/>
          </a:prstGeom>
          <a:noFill/>
          <a:ln w="9525" cap="flat" cmpd="sng">
            <a:solidFill>
              <a:srgbClr val="CCCCCC"/>
            </a:solidFill>
            <a:prstDash val="solid"/>
            <a:round/>
            <a:headEnd type="none" w="med" len="med"/>
            <a:tailEnd type="none" w="med" len="med"/>
          </a:ln>
        </p:spPr>
      </p:cxnSp>
      <p:grpSp>
        <p:nvGrpSpPr>
          <p:cNvPr id="24" name="Google Shape;24;p2"/>
          <p:cNvGrpSpPr/>
          <p:nvPr/>
        </p:nvGrpSpPr>
        <p:grpSpPr>
          <a:xfrm>
            <a:off x="0" y="3413775"/>
            <a:ext cx="3530025" cy="746350"/>
            <a:chOff x="0" y="3156075"/>
            <a:chExt cx="3530025" cy="746350"/>
          </a:xfrm>
        </p:grpSpPr>
        <p:sp>
          <p:nvSpPr>
            <p:cNvPr id="25" name="Google Shape;25;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6" name="Google Shape;26;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27" name="Google Shape;27;p2"/>
          <p:cNvGrpSpPr/>
          <p:nvPr/>
        </p:nvGrpSpPr>
        <p:grpSpPr>
          <a:xfrm>
            <a:off x="3248850" y="2867100"/>
            <a:ext cx="4936034" cy="746350"/>
            <a:chOff x="0" y="3156075"/>
            <a:chExt cx="3530025" cy="746350"/>
          </a:xfrm>
        </p:grpSpPr>
        <p:sp>
          <p:nvSpPr>
            <p:cNvPr id="28" name="Google Shape;28;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9" name="Google Shape;29;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30" name="Google Shape;30;p2"/>
          <p:cNvGrpSpPr/>
          <p:nvPr/>
        </p:nvGrpSpPr>
        <p:grpSpPr>
          <a:xfrm>
            <a:off x="3248850" y="7166275"/>
            <a:ext cx="4936034" cy="746350"/>
            <a:chOff x="0" y="3156075"/>
            <a:chExt cx="3530025" cy="746350"/>
          </a:xfrm>
        </p:grpSpPr>
        <p:sp>
          <p:nvSpPr>
            <p:cNvPr id="31" name="Google Shape;31;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32" name="Google Shape;32;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33" name="Google Shape;33;p2"/>
          <p:cNvSpPr txBox="1"/>
          <p:nvPr/>
        </p:nvSpPr>
        <p:spPr>
          <a:xfrm>
            <a:off x="188700" y="3410750"/>
            <a:ext cx="3074400" cy="4632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Key Insights </a:t>
            </a:r>
            <a:endParaRPr sz="1900">
              <a:solidFill>
                <a:schemeClr val="lt2"/>
              </a:solidFill>
              <a:latin typeface="Google Sans SemiBold"/>
              <a:ea typeface="Google Sans SemiBold"/>
              <a:cs typeface="Google Sans SemiBold"/>
              <a:sym typeface="Google Sans SemiBold"/>
            </a:endParaRPr>
          </a:p>
        </p:txBody>
      </p:sp>
      <p:sp>
        <p:nvSpPr>
          <p:cNvPr id="34" name="Google Shape;34;p2"/>
          <p:cNvSpPr txBox="1"/>
          <p:nvPr/>
        </p:nvSpPr>
        <p:spPr>
          <a:xfrm>
            <a:off x="3263100" y="2852500"/>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Details </a:t>
            </a:r>
            <a:endParaRPr sz="1900">
              <a:solidFill>
                <a:schemeClr val="lt2"/>
              </a:solidFill>
              <a:latin typeface="Google Sans SemiBold"/>
              <a:ea typeface="Google Sans SemiBold"/>
              <a:cs typeface="Google Sans SemiBold"/>
              <a:sym typeface="Google Sans SemiBold"/>
            </a:endParaRPr>
          </a:p>
        </p:txBody>
      </p:sp>
      <p:sp>
        <p:nvSpPr>
          <p:cNvPr id="35" name="Google Shape;35;p2"/>
          <p:cNvSpPr txBox="1"/>
          <p:nvPr/>
        </p:nvSpPr>
        <p:spPr>
          <a:xfrm>
            <a:off x="3263100" y="7164075"/>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Next Steps </a:t>
            </a:r>
            <a:endParaRPr sz="1900">
              <a:solidFill>
                <a:schemeClr val="lt2"/>
              </a:solidFill>
              <a:latin typeface="Google Sans SemiBold"/>
              <a:ea typeface="Google Sans SemiBold"/>
              <a:cs typeface="Google Sans SemiBold"/>
              <a:sym typeface="Google Sans SemiBold"/>
            </a:endParaRPr>
          </a:p>
        </p:txBody>
      </p:sp>
      <p:grpSp>
        <p:nvGrpSpPr>
          <p:cNvPr id="36" name="Google Shape;36;p2"/>
          <p:cNvGrpSpPr/>
          <p:nvPr/>
        </p:nvGrpSpPr>
        <p:grpSpPr>
          <a:xfrm>
            <a:off x="172055" y="1468890"/>
            <a:ext cx="7434543" cy="62982"/>
            <a:chOff x="1890075" y="5241175"/>
            <a:chExt cx="4240556" cy="257700"/>
          </a:xfrm>
        </p:grpSpPr>
        <p:sp>
          <p:nvSpPr>
            <p:cNvPr id="37" name="Google Shape;37;p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38" name="Google Shape;38;p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39" name="Google Shape;39;p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40" name="Google Shape;40;p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41" name="Google Shape;41;p2"/>
          <p:cNvSpPr/>
          <p:nvPr/>
        </p:nvSpPr>
        <p:spPr>
          <a:xfrm>
            <a:off x="172050" y="2765600"/>
            <a:ext cx="3076800" cy="7293000"/>
          </a:xfrm>
          <a:prstGeom prst="roundRect">
            <a:avLst>
              <a:gd name="adj" fmla="val 0"/>
            </a:avLst>
          </a:pr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nvGrpSpPr>
          <p:cNvPr id="42" name="Google Shape;42;p2"/>
          <p:cNvGrpSpPr/>
          <p:nvPr/>
        </p:nvGrpSpPr>
        <p:grpSpPr>
          <a:xfrm>
            <a:off x="168930" y="2702615"/>
            <a:ext cx="7434543" cy="62982"/>
            <a:chOff x="1890075" y="5241175"/>
            <a:chExt cx="4240556" cy="257700"/>
          </a:xfrm>
        </p:grpSpPr>
        <p:sp>
          <p:nvSpPr>
            <p:cNvPr id="43" name="Google Shape;43;p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44" name="Google Shape;44;p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45" name="Google Shape;45;p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46" name="Google Shape;46;p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cxnSp>
        <p:nvCxnSpPr>
          <p:cNvPr id="47" name="Google Shape;47;p2"/>
          <p:cNvCxnSpPr>
            <a:stCxn id="37" idx="0"/>
          </p:cNvCxnSpPr>
          <p:nvPr/>
        </p:nvCxnSpPr>
        <p:spPr>
          <a:xfrm>
            <a:off x="172055" y="1500381"/>
            <a:ext cx="0" cy="8590500"/>
          </a:xfrm>
          <a:prstGeom prst="straightConnector1">
            <a:avLst/>
          </a:prstGeom>
          <a:noFill/>
          <a:ln w="9525" cap="flat" cmpd="sng">
            <a:solidFill>
              <a:srgbClr val="CCCCCC"/>
            </a:solidFill>
            <a:prstDash val="solid"/>
            <a:round/>
            <a:headEnd type="none" w="med" len="med"/>
            <a:tailEnd type="none" w="med" len="med"/>
          </a:ln>
        </p:spPr>
      </p:cxnSp>
      <p:cxnSp>
        <p:nvCxnSpPr>
          <p:cNvPr id="48" name="Google Shape;48;p2"/>
          <p:cNvCxnSpPr/>
          <p:nvPr/>
        </p:nvCxnSpPr>
        <p:spPr>
          <a:xfrm>
            <a:off x="7603480" y="1500381"/>
            <a:ext cx="0" cy="8590500"/>
          </a:xfrm>
          <a:prstGeom prst="straightConnector1">
            <a:avLst/>
          </a:prstGeom>
          <a:noFill/>
          <a:ln w="9525" cap="flat" cmpd="sng">
            <a:solidFill>
              <a:srgbClr val="CCCCCC"/>
            </a:solidFill>
            <a:prstDash val="solid"/>
            <a:round/>
            <a:headEnd type="none" w="med" len="med"/>
            <a:tailEnd type="none" w="med" len="med"/>
          </a:ln>
        </p:spPr>
      </p:cxnSp>
      <p:grpSp>
        <p:nvGrpSpPr>
          <p:cNvPr id="49" name="Google Shape;49;p2"/>
          <p:cNvGrpSpPr/>
          <p:nvPr/>
        </p:nvGrpSpPr>
        <p:grpSpPr>
          <a:xfrm>
            <a:off x="0" y="3413775"/>
            <a:ext cx="3530025" cy="746350"/>
            <a:chOff x="0" y="3156075"/>
            <a:chExt cx="3530025" cy="746350"/>
          </a:xfrm>
        </p:grpSpPr>
        <p:sp>
          <p:nvSpPr>
            <p:cNvPr id="50" name="Google Shape;50;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51" name="Google Shape;51;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52" name="Google Shape;52;p2"/>
          <p:cNvGrpSpPr/>
          <p:nvPr/>
        </p:nvGrpSpPr>
        <p:grpSpPr>
          <a:xfrm>
            <a:off x="3248850" y="2867100"/>
            <a:ext cx="4936034" cy="746350"/>
            <a:chOff x="0" y="3156075"/>
            <a:chExt cx="3530025" cy="746350"/>
          </a:xfrm>
        </p:grpSpPr>
        <p:sp>
          <p:nvSpPr>
            <p:cNvPr id="53" name="Google Shape;53;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54" name="Google Shape;54;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55" name="Google Shape;55;p2"/>
          <p:cNvGrpSpPr/>
          <p:nvPr/>
        </p:nvGrpSpPr>
        <p:grpSpPr>
          <a:xfrm>
            <a:off x="3248850" y="7166275"/>
            <a:ext cx="4936034" cy="746350"/>
            <a:chOff x="0" y="3156075"/>
            <a:chExt cx="3530025" cy="746350"/>
          </a:xfrm>
        </p:grpSpPr>
        <p:sp>
          <p:nvSpPr>
            <p:cNvPr id="56" name="Google Shape;56;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57" name="Google Shape;57;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58" name="Google Shape;58;p2"/>
          <p:cNvSpPr txBox="1"/>
          <p:nvPr/>
        </p:nvSpPr>
        <p:spPr>
          <a:xfrm>
            <a:off x="188700" y="3410750"/>
            <a:ext cx="3074400" cy="4632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rgbClr val="EEEEEE"/>
                </a:solidFill>
                <a:latin typeface="Google Sans SemiBold"/>
                <a:ea typeface="Google Sans SemiBold"/>
                <a:cs typeface="Google Sans SemiBold"/>
                <a:sym typeface="Google Sans SemiBold"/>
              </a:rPr>
              <a:t>Key Insights </a:t>
            </a:r>
            <a:endParaRPr sz="1900">
              <a:solidFill>
                <a:srgbClr val="EEEEEE"/>
              </a:solidFill>
              <a:latin typeface="Google Sans SemiBold"/>
              <a:ea typeface="Google Sans SemiBold"/>
              <a:cs typeface="Google Sans SemiBold"/>
              <a:sym typeface="Google Sans SemiBold"/>
            </a:endParaRPr>
          </a:p>
        </p:txBody>
      </p:sp>
      <p:sp>
        <p:nvSpPr>
          <p:cNvPr id="59" name="Google Shape;59;p2"/>
          <p:cNvSpPr txBox="1"/>
          <p:nvPr/>
        </p:nvSpPr>
        <p:spPr>
          <a:xfrm>
            <a:off x="3263100" y="2852500"/>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rgbClr val="EEEEEE"/>
                </a:solidFill>
                <a:latin typeface="Google Sans SemiBold"/>
                <a:ea typeface="Google Sans SemiBold"/>
                <a:cs typeface="Google Sans SemiBold"/>
                <a:sym typeface="Google Sans SemiBold"/>
              </a:rPr>
              <a:t>Details </a:t>
            </a:r>
            <a:endParaRPr sz="1900">
              <a:solidFill>
                <a:srgbClr val="EEEEEE"/>
              </a:solidFill>
              <a:latin typeface="Google Sans SemiBold"/>
              <a:ea typeface="Google Sans SemiBold"/>
              <a:cs typeface="Google Sans SemiBold"/>
              <a:sym typeface="Google Sans SemiBold"/>
            </a:endParaRPr>
          </a:p>
        </p:txBody>
      </p:sp>
      <p:sp>
        <p:nvSpPr>
          <p:cNvPr id="60" name="Google Shape;60;p2"/>
          <p:cNvSpPr txBox="1"/>
          <p:nvPr/>
        </p:nvSpPr>
        <p:spPr>
          <a:xfrm>
            <a:off x="3263100" y="7164075"/>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rgbClr val="EEEEEE"/>
                </a:solidFill>
                <a:latin typeface="Google Sans SemiBold"/>
                <a:ea typeface="Google Sans SemiBold"/>
                <a:cs typeface="Google Sans SemiBold"/>
                <a:sym typeface="Google Sans SemiBold"/>
              </a:rPr>
              <a:t>Next Steps </a:t>
            </a:r>
            <a:endParaRPr sz="1900">
              <a:solidFill>
                <a:srgbClr val="EEEEEE"/>
              </a:solidFill>
              <a:latin typeface="Google Sans SemiBold"/>
              <a:ea typeface="Google Sans SemiBold"/>
              <a:cs typeface="Google Sans SemiBold"/>
              <a:sym typeface="Google Sans SemiBold"/>
            </a:endParaRPr>
          </a:p>
        </p:txBody>
      </p:sp>
      <p:sp>
        <p:nvSpPr>
          <p:cNvPr id="61" name="Google Shape;61;p2"/>
          <p:cNvSpPr txBox="1"/>
          <p:nvPr/>
        </p:nvSpPr>
        <p:spPr>
          <a:xfrm>
            <a:off x="159875" y="441000"/>
            <a:ext cx="7458900" cy="5079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spAutoFit/>
          </a:bodyPr>
          <a:lstStyle/>
          <a:p>
            <a:pPr marL="0" lvl="0" indent="0" algn="ctr" rtl="0">
              <a:spcBef>
                <a:spcPts val="0"/>
              </a:spcBef>
              <a:spcAft>
                <a:spcPts val="0"/>
              </a:spcAft>
              <a:buNone/>
            </a:pPr>
            <a:r>
              <a:rPr lang="en" sz="2100" b="1">
                <a:latin typeface="Google Sans"/>
                <a:ea typeface="Google Sans"/>
                <a:cs typeface="Google Sans"/>
                <a:sym typeface="Google Sans"/>
              </a:rPr>
              <a:t>Click here to edit title</a:t>
            </a:r>
            <a:endParaRPr sz="2100" b="1">
              <a:latin typeface="Google Sans"/>
              <a:ea typeface="Google Sans"/>
              <a:cs typeface="Google Sans"/>
              <a:sym typeface="Google Sans"/>
            </a:endParaRPr>
          </a:p>
        </p:txBody>
      </p:sp>
      <p:sp>
        <p:nvSpPr>
          <p:cNvPr id="62" name="Google Shape;62;p2"/>
          <p:cNvSpPr txBox="1"/>
          <p:nvPr/>
        </p:nvSpPr>
        <p:spPr>
          <a:xfrm>
            <a:off x="1763100" y="948050"/>
            <a:ext cx="4246200" cy="369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sz="1200">
                <a:latin typeface="PT Sans Narrow"/>
                <a:ea typeface="PT Sans Narrow"/>
                <a:cs typeface="PT Sans Narrow"/>
                <a:sym typeface="PT Sans Narrow"/>
              </a:rPr>
              <a:t>Click here to edit subtitle</a:t>
            </a:r>
            <a:endParaRPr sz="1200">
              <a:solidFill>
                <a:srgbClr val="000000"/>
              </a:solidFill>
              <a:latin typeface="PT Sans Narrow"/>
              <a:ea typeface="PT Sans Narrow"/>
              <a:cs typeface="PT Sans Narrow"/>
              <a:sym typeface="PT Sans Narrow"/>
            </a:endParaRPr>
          </a:p>
        </p:txBody>
      </p:sp>
      <p:sp>
        <p:nvSpPr>
          <p:cNvPr id="63" name="Google Shape;63;p2"/>
          <p:cNvSpPr>
            <a:spLocks noGrp="1"/>
          </p:cNvSpPr>
          <p:nvPr>
            <p:ph type="pic" idx="2"/>
          </p:nvPr>
        </p:nvSpPr>
        <p:spPr>
          <a:xfrm>
            <a:off x="4583375" y="3389400"/>
            <a:ext cx="3035400" cy="2495700"/>
          </a:xfrm>
          <a:prstGeom prst="rect">
            <a:avLst/>
          </a:prstGeom>
          <a:noFill/>
          <a:ln w="19050" cap="flat" cmpd="sng">
            <a:solidFill>
              <a:srgbClr val="000000"/>
            </a:solidFill>
            <a:prstDash val="solid"/>
            <a:round/>
            <a:headEnd type="none" w="sm" len="sm"/>
            <a:tailEnd type="none" w="sm" len="sm"/>
          </a:ln>
        </p:spPr>
      </p:sp>
      <p:sp>
        <p:nvSpPr>
          <p:cNvPr id="64" name="Google Shape;64;p2"/>
          <p:cNvSpPr txBox="1"/>
          <p:nvPr/>
        </p:nvSpPr>
        <p:spPr>
          <a:xfrm>
            <a:off x="4541175" y="5895125"/>
            <a:ext cx="30744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r>
              <a:rPr lang="en" sz="1100" i="1">
                <a:latin typeface="Lato"/>
                <a:ea typeface="Lato"/>
                <a:cs typeface="Lato"/>
                <a:sym typeface="Lato"/>
              </a:rPr>
              <a:t>Image Alt-Text Here</a:t>
            </a:r>
            <a:endParaRPr sz="1100" i="1">
              <a:solidFill>
                <a:srgbClr val="000000"/>
              </a:solidFill>
              <a:latin typeface="Lato"/>
              <a:ea typeface="Lato"/>
              <a:cs typeface="Lato"/>
              <a:sym typeface="Lato"/>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Layout 2">
  <p:cSld name="TITLE_1">
    <p:spTree>
      <p:nvGrpSpPr>
        <p:cNvPr id="1" name="Shape 65"/>
        <p:cNvGrpSpPr/>
        <p:nvPr/>
      </p:nvGrpSpPr>
      <p:grpSpPr>
        <a:xfrm>
          <a:off x="0" y="0"/>
          <a:ext cx="0" cy="0"/>
          <a:chOff x="0" y="0"/>
          <a:chExt cx="0" cy="0"/>
        </a:xfrm>
      </p:grpSpPr>
      <p:cxnSp>
        <p:nvCxnSpPr>
          <p:cNvPr id="66" name="Google Shape;66;p3"/>
          <p:cNvCxnSpPr>
            <a:stCxn id="67" idx="1"/>
          </p:cNvCxnSpPr>
          <p:nvPr/>
        </p:nvCxnSpPr>
        <p:spPr>
          <a:xfrm>
            <a:off x="3033472" y="937660"/>
            <a:ext cx="15900" cy="6568200"/>
          </a:xfrm>
          <a:prstGeom prst="straightConnector1">
            <a:avLst/>
          </a:prstGeom>
          <a:noFill/>
          <a:ln w="9525" cap="flat" cmpd="sng">
            <a:solidFill>
              <a:srgbClr val="CCCCCC"/>
            </a:solidFill>
            <a:prstDash val="solid"/>
            <a:round/>
            <a:headEnd type="none" w="med" len="med"/>
            <a:tailEnd type="none" w="med" len="med"/>
          </a:ln>
        </p:spPr>
      </p:cxnSp>
      <p:grpSp>
        <p:nvGrpSpPr>
          <p:cNvPr id="68" name="Google Shape;68;p3"/>
          <p:cNvGrpSpPr/>
          <p:nvPr/>
        </p:nvGrpSpPr>
        <p:grpSpPr>
          <a:xfrm>
            <a:off x="190345" y="900758"/>
            <a:ext cx="7581747" cy="5906"/>
            <a:chOff x="1890075" y="5241175"/>
            <a:chExt cx="4240556" cy="257700"/>
          </a:xfrm>
        </p:grpSpPr>
        <p:sp>
          <p:nvSpPr>
            <p:cNvPr id="69" name="Google Shape;69;p3"/>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0" name="Google Shape;70;p3"/>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1" name="Google Shape;71;p3"/>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2" name="Google Shape;72;p3"/>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73" name="Google Shape;73;p3"/>
          <p:cNvGrpSpPr/>
          <p:nvPr/>
        </p:nvGrpSpPr>
        <p:grpSpPr>
          <a:xfrm>
            <a:off x="190320" y="931759"/>
            <a:ext cx="7581691" cy="5901"/>
            <a:chOff x="1890075" y="5241175"/>
            <a:chExt cx="4240556" cy="257700"/>
          </a:xfrm>
        </p:grpSpPr>
        <p:sp>
          <p:nvSpPr>
            <p:cNvPr id="74" name="Google Shape;74;p3"/>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5" name="Google Shape;75;p3"/>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6" name="Google Shape;76;p3"/>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7" name="Google Shape;77;p3"/>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78" name="Google Shape;78;p3"/>
          <p:cNvSpPr/>
          <p:nvPr/>
        </p:nvSpPr>
        <p:spPr>
          <a:xfrm rot="248910">
            <a:off x="7469568" y="-16320"/>
            <a:ext cx="1791494" cy="10540289"/>
          </a:xfrm>
          <a:prstGeom prst="rtTriangle">
            <a:avLst/>
          </a:prstGeom>
          <a:solidFill>
            <a:srgbClr val="B7B7B7"/>
          </a:solidFill>
          <a:ln w="9525" cap="flat" cmpd="sng">
            <a:solidFill>
              <a:srgbClr val="CFB99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CFB991"/>
              </a:solidFill>
            </a:endParaRPr>
          </a:p>
        </p:txBody>
      </p:sp>
      <p:sp>
        <p:nvSpPr>
          <p:cNvPr id="79" name="Google Shape;79;p3"/>
          <p:cNvSpPr>
            <a:spLocks noGrp="1"/>
          </p:cNvSpPr>
          <p:nvPr>
            <p:ph type="pic" idx="2"/>
          </p:nvPr>
        </p:nvSpPr>
        <p:spPr>
          <a:xfrm>
            <a:off x="3552088" y="1473363"/>
            <a:ext cx="3035400" cy="2495700"/>
          </a:xfrm>
          <a:prstGeom prst="rect">
            <a:avLst/>
          </a:prstGeom>
          <a:noFill/>
          <a:ln w="19050" cap="flat" cmpd="sng">
            <a:solidFill>
              <a:srgbClr val="000000"/>
            </a:solidFill>
            <a:prstDash val="solid"/>
            <a:round/>
            <a:headEnd type="none" w="sm" len="sm"/>
            <a:tailEnd type="none" w="sm" len="sm"/>
          </a:ln>
        </p:spPr>
      </p:sp>
      <p:sp>
        <p:nvSpPr>
          <p:cNvPr id="80" name="Google Shape;80;p3"/>
          <p:cNvSpPr txBox="1"/>
          <p:nvPr/>
        </p:nvSpPr>
        <p:spPr>
          <a:xfrm>
            <a:off x="510050" y="9659903"/>
            <a:ext cx="30816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endParaRPr sz="1100" i="1">
              <a:solidFill>
                <a:srgbClr val="000000"/>
              </a:solidFill>
              <a:latin typeface="Calibri"/>
              <a:ea typeface="Calibri"/>
              <a:cs typeface="Calibri"/>
              <a:sym typeface="Calibri"/>
            </a:endParaRPr>
          </a:p>
        </p:txBody>
      </p:sp>
      <p:sp>
        <p:nvSpPr>
          <p:cNvPr id="81" name="Google Shape;81;p3"/>
          <p:cNvSpPr/>
          <p:nvPr/>
        </p:nvSpPr>
        <p:spPr>
          <a:xfrm>
            <a:off x="159875" y="7502350"/>
            <a:ext cx="7612200" cy="2379300"/>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2" name="Google Shape;82;p3"/>
          <p:cNvGrpSpPr/>
          <p:nvPr/>
        </p:nvGrpSpPr>
        <p:grpSpPr>
          <a:xfrm>
            <a:off x="190320" y="900657"/>
            <a:ext cx="7581691" cy="5901"/>
            <a:chOff x="1890075" y="5241175"/>
            <a:chExt cx="4240556" cy="257700"/>
          </a:xfrm>
        </p:grpSpPr>
        <p:sp>
          <p:nvSpPr>
            <p:cNvPr id="83" name="Google Shape;83;p3"/>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84" name="Google Shape;84;p3"/>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85" name="Google Shape;85;p3"/>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86" name="Google Shape;86;p3"/>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87" name="Google Shape;87;p3"/>
          <p:cNvGrpSpPr/>
          <p:nvPr/>
        </p:nvGrpSpPr>
        <p:grpSpPr>
          <a:xfrm>
            <a:off x="190320" y="931759"/>
            <a:ext cx="7581691" cy="5901"/>
            <a:chOff x="1890075" y="5241175"/>
            <a:chExt cx="4240556" cy="257700"/>
          </a:xfrm>
        </p:grpSpPr>
        <p:sp>
          <p:nvSpPr>
            <p:cNvPr id="88" name="Google Shape;88;p3"/>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67" name="Google Shape;67;p3"/>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89" name="Google Shape;89;p3"/>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90" name="Google Shape;90;p3"/>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91" name="Google Shape;91;p3"/>
          <p:cNvSpPr/>
          <p:nvPr/>
        </p:nvSpPr>
        <p:spPr>
          <a:xfrm rot="248910">
            <a:off x="7469568" y="-16320"/>
            <a:ext cx="1791494" cy="10540289"/>
          </a:xfrm>
          <a:prstGeom prst="rtTriangle">
            <a:avLst/>
          </a:prstGeom>
          <a:solidFill>
            <a:srgbClr val="5757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CFB991"/>
              </a:solidFill>
            </a:endParaRPr>
          </a:p>
        </p:txBody>
      </p:sp>
      <p:sp>
        <p:nvSpPr>
          <p:cNvPr id="92" name="Google Shape;92;p3"/>
          <p:cNvSpPr txBox="1"/>
          <p:nvPr/>
        </p:nvSpPr>
        <p:spPr>
          <a:xfrm>
            <a:off x="290394" y="934500"/>
            <a:ext cx="2259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ISSUE / PROBLEM</a:t>
            </a:r>
            <a:endParaRPr sz="1500">
              <a:latin typeface="Work Sans"/>
              <a:ea typeface="Work Sans"/>
              <a:cs typeface="Work Sans"/>
              <a:sym typeface="Work Sans"/>
            </a:endParaRPr>
          </a:p>
        </p:txBody>
      </p:sp>
      <p:grpSp>
        <p:nvGrpSpPr>
          <p:cNvPr id="93" name="Google Shape;93;p3"/>
          <p:cNvGrpSpPr/>
          <p:nvPr/>
        </p:nvGrpSpPr>
        <p:grpSpPr>
          <a:xfrm>
            <a:off x="172024" y="1040825"/>
            <a:ext cx="137818" cy="187200"/>
            <a:chOff x="507100" y="1997600"/>
            <a:chExt cx="158375" cy="187200"/>
          </a:xfrm>
        </p:grpSpPr>
        <p:sp>
          <p:nvSpPr>
            <p:cNvPr id="94" name="Google Shape;94;p3"/>
            <p:cNvSpPr/>
            <p:nvPr/>
          </p:nvSpPr>
          <p:spPr>
            <a:xfrm>
              <a:off x="529575" y="1997600"/>
              <a:ext cx="135900" cy="187200"/>
            </a:xfrm>
            <a:prstGeom prst="chevron">
              <a:avLst>
                <a:gd name="adj" fmla="val 50000"/>
              </a:avLst>
            </a:prstGeom>
            <a:solidFill>
              <a:srgbClr val="00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3"/>
            <p:cNvSpPr/>
            <p:nvPr/>
          </p:nvSpPr>
          <p:spPr>
            <a:xfrm>
              <a:off x="507100" y="2017025"/>
              <a:ext cx="135900" cy="146700"/>
            </a:xfrm>
            <a:prstGeom prst="chevron">
              <a:avLst>
                <a:gd name="adj" fmla="val 50000"/>
              </a:avLst>
            </a:prstGeom>
            <a:solidFill>
              <a:srgbClr val="4069DD"/>
            </a:solidFill>
            <a:ln w="9525" cap="flat" cmpd="sng">
              <a:solidFill>
                <a:srgbClr val="4069D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6" name="Google Shape;96;p3"/>
          <p:cNvSpPr txBox="1"/>
          <p:nvPr/>
        </p:nvSpPr>
        <p:spPr>
          <a:xfrm>
            <a:off x="308719" y="2801400"/>
            <a:ext cx="2259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RESPONSE </a:t>
            </a:r>
            <a:endParaRPr sz="1500">
              <a:latin typeface="Work Sans"/>
              <a:ea typeface="Work Sans"/>
              <a:cs typeface="Work Sans"/>
              <a:sym typeface="Work Sans"/>
            </a:endParaRPr>
          </a:p>
        </p:txBody>
      </p:sp>
      <p:grpSp>
        <p:nvGrpSpPr>
          <p:cNvPr id="97" name="Google Shape;97;p3"/>
          <p:cNvGrpSpPr/>
          <p:nvPr/>
        </p:nvGrpSpPr>
        <p:grpSpPr>
          <a:xfrm>
            <a:off x="190349" y="2907725"/>
            <a:ext cx="137818" cy="187200"/>
            <a:chOff x="507100" y="1540400"/>
            <a:chExt cx="158375" cy="187200"/>
          </a:xfrm>
        </p:grpSpPr>
        <p:sp>
          <p:nvSpPr>
            <p:cNvPr id="98" name="Google Shape;98;p3"/>
            <p:cNvSpPr/>
            <p:nvPr/>
          </p:nvSpPr>
          <p:spPr>
            <a:xfrm>
              <a:off x="529575" y="1540400"/>
              <a:ext cx="135900" cy="187200"/>
            </a:xfrm>
            <a:prstGeom prst="chevron">
              <a:avLst>
                <a:gd name="adj" fmla="val 50000"/>
              </a:avLst>
            </a:prstGeom>
            <a:solidFill>
              <a:srgbClr val="FF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3"/>
            <p:cNvSpPr/>
            <p:nvPr/>
          </p:nvSpPr>
          <p:spPr>
            <a:xfrm>
              <a:off x="507100" y="1559825"/>
              <a:ext cx="135900" cy="146700"/>
            </a:xfrm>
            <a:prstGeom prst="chevron">
              <a:avLst>
                <a:gd name="adj" fmla="val 50000"/>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0" name="Google Shape;100;p3"/>
          <p:cNvSpPr txBox="1"/>
          <p:nvPr/>
        </p:nvSpPr>
        <p:spPr>
          <a:xfrm>
            <a:off x="290394" y="5399875"/>
            <a:ext cx="2259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IMPACT  </a:t>
            </a:r>
            <a:endParaRPr sz="1500">
              <a:latin typeface="Work Sans"/>
              <a:ea typeface="Work Sans"/>
              <a:cs typeface="Work Sans"/>
              <a:sym typeface="Work Sans"/>
            </a:endParaRPr>
          </a:p>
        </p:txBody>
      </p:sp>
      <p:grpSp>
        <p:nvGrpSpPr>
          <p:cNvPr id="101" name="Google Shape;101;p3"/>
          <p:cNvGrpSpPr/>
          <p:nvPr/>
        </p:nvGrpSpPr>
        <p:grpSpPr>
          <a:xfrm>
            <a:off x="172024" y="5506200"/>
            <a:ext cx="137818" cy="187200"/>
            <a:chOff x="507100" y="1997600"/>
            <a:chExt cx="158375" cy="187200"/>
          </a:xfrm>
        </p:grpSpPr>
        <p:sp>
          <p:nvSpPr>
            <p:cNvPr id="102" name="Google Shape;102;p3"/>
            <p:cNvSpPr/>
            <p:nvPr/>
          </p:nvSpPr>
          <p:spPr>
            <a:xfrm>
              <a:off x="529575" y="1997600"/>
              <a:ext cx="135900" cy="187200"/>
            </a:xfrm>
            <a:prstGeom prst="chevron">
              <a:avLst>
                <a:gd name="adj" fmla="val 50000"/>
              </a:avLst>
            </a:prstGeom>
            <a:solidFill>
              <a:srgbClr val="F4B4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3"/>
            <p:cNvSpPr/>
            <p:nvPr/>
          </p:nvSpPr>
          <p:spPr>
            <a:xfrm>
              <a:off x="507100" y="2017025"/>
              <a:ext cx="135900" cy="146700"/>
            </a:xfrm>
            <a:prstGeom prst="chevron">
              <a:avLst>
                <a:gd name="adj" fmla="val 50000"/>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4" name="Google Shape;104;p3"/>
          <p:cNvSpPr txBox="1"/>
          <p:nvPr/>
        </p:nvSpPr>
        <p:spPr>
          <a:xfrm>
            <a:off x="-2480800" y="9126503"/>
            <a:ext cx="30816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endParaRPr sz="1100" i="1">
              <a:solidFill>
                <a:srgbClr val="000000"/>
              </a:solidFill>
              <a:latin typeface="Calibri"/>
              <a:ea typeface="Calibri"/>
              <a:cs typeface="Calibri"/>
              <a:sym typeface="Calibri"/>
            </a:endParaRPr>
          </a:p>
        </p:txBody>
      </p:sp>
      <p:sp>
        <p:nvSpPr>
          <p:cNvPr id="105" name="Google Shape;105;p3"/>
          <p:cNvSpPr txBox="1"/>
          <p:nvPr/>
        </p:nvSpPr>
        <p:spPr>
          <a:xfrm>
            <a:off x="315596" y="7502355"/>
            <a:ext cx="62733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KEY INSIGHTS</a:t>
            </a:r>
            <a:endParaRPr sz="1500">
              <a:latin typeface="Work Sans"/>
              <a:ea typeface="Work Sans"/>
              <a:cs typeface="Work Sans"/>
              <a:sym typeface="Work Sans"/>
            </a:endParaRPr>
          </a:p>
        </p:txBody>
      </p:sp>
      <p:grpSp>
        <p:nvGrpSpPr>
          <p:cNvPr id="106" name="Google Shape;106;p3"/>
          <p:cNvGrpSpPr/>
          <p:nvPr/>
        </p:nvGrpSpPr>
        <p:grpSpPr>
          <a:xfrm>
            <a:off x="172024" y="7607808"/>
            <a:ext cx="137818" cy="187200"/>
            <a:chOff x="507100" y="1997600"/>
            <a:chExt cx="158375" cy="187200"/>
          </a:xfrm>
        </p:grpSpPr>
        <p:sp>
          <p:nvSpPr>
            <p:cNvPr id="107" name="Google Shape;107;p3"/>
            <p:cNvSpPr/>
            <p:nvPr/>
          </p:nvSpPr>
          <p:spPr>
            <a:xfrm>
              <a:off x="529575" y="1997600"/>
              <a:ext cx="135900" cy="187200"/>
            </a:xfrm>
            <a:prstGeom prst="chevron">
              <a:avLst>
                <a:gd name="adj" fmla="val 50000"/>
              </a:avLst>
            </a:prstGeom>
            <a:solidFill>
              <a:srgbClr val="0F9D5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3"/>
            <p:cNvSpPr/>
            <p:nvPr/>
          </p:nvSpPr>
          <p:spPr>
            <a:xfrm>
              <a:off x="507100" y="2017025"/>
              <a:ext cx="135900" cy="146700"/>
            </a:xfrm>
            <a:prstGeom prst="chevron">
              <a:avLst>
                <a:gd name="adj" fmla="val 50000"/>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9" name="Google Shape;109;p3"/>
          <p:cNvSpPr>
            <a:spLocks noGrp="1"/>
          </p:cNvSpPr>
          <p:nvPr>
            <p:ph type="pic" idx="3"/>
          </p:nvPr>
        </p:nvSpPr>
        <p:spPr>
          <a:xfrm>
            <a:off x="4054775" y="4659950"/>
            <a:ext cx="3035400" cy="2495700"/>
          </a:xfrm>
          <a:prstGeom prst="rect">
            <a:avLst/>
          </a:prstGeom>
          <a:noFill/>
          <a:ln w="19050" cap="flat" cmpd="sng">
            <a:solidFill>
              <a:srgbClr val="000000"/>
            </a:solidFill>
            <a:prstDash val="solid"/>
            <a:round/>
            <a:headEnd type="none" w="sm" len="sm"/>
            <a:tailEnd type="none" w="sm" len="sm"/>
          </a:ln>
        </p:spPr>
      </p:sp>
      <p:sp>
        <p:nvSpPr>
          <p:cNvPr id="110" name="Google Shape;110;p3"/>
          <p:cNvSpPr txBox="1"/>
          <p:nvPr/>
        </p:nvSpPr>
        <p:spPr>
          <a:xfrm>
            <a:off x="159875" y="60000"/>
            <a:ext cx="7458900" cy="5079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spAutoFit/>
          </a:bodyPr>
          <a:lstStyle/>
          <a:p>
            <a:pPr marL="0" lvl="0" indent="0" algn="ctr" rtl="0">
              <a:spcBef>
                <a:spcPts val="0"/>
              </a:spcBef>
              <a:spcAft>
                <a:spcPts val="0"/>
              </a:spcAft>
              <a:buNone/>
            </a:pPr>
            <a:r>
              <a:rPr lang="en" sz="2100" b="1">
                <a:latin typeface="Google Sans"/>
                <a:ea typeface="Google Sans"/>
                <a:cs typeface="Google Sans"/>
                <a:sym typeface="Google Sans"/>
              </a:rPr>
              <a:t>Click here to edit title</a:t>
            </a:r>
            <a:endParaRPr sz="2100" b="1">
              <a:latin typeface="Google Sans"/>
              <a:ea typeface="Google Sans"/>
              <a:cs typeface="Google Sans"/>
              <a:sym typeface="Google Sans"/>
            </a:endParaRPr>
          </a:p>
        </p:txBody>
      </p:sp>
      <p:sp>
        <p:nvSpPr>
          <p:cNvPr id="111" name="Google Shape;111;p3"/>
          <p:cNvSpPr txBox="1"/>
          <p:nvPr/>
        </p:nvSpPr>
        <p:spPr>
          <a:xfrm>
            <a:off x="1763100" y="490850"/>
            <a:ext cx="4246200" cy="369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sz="1200">
                <a:latin typeface="PT Sans Narrow"/>
                <a:ea typeface="PT Sans Narrow"/>
                <a:cs typeface="PT Sans Narrow"/>
                <a:sym typeface="PT Sans Narrow"/>
              </a:rPr>
              <a:t>Click here to edit subtitle</a:t>
            </a:r>
            <a:endParaRPr sz="1200">
              <a:solidFill>
                <a:srgbClr val="000000"/>
              </a:solidFill>
              <a:latin typeface="PT Sans Narrow"/>
              <a:ea typeface="PT Sans Narrow"/>
              <a:cs typeface="PT Sans Narrow"/>
              <a:sym typeface="PT Sans Narrow"/>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Layout 3">
  <p:cSld name="CUSTOM_2_1">
    <p:spTree>
      <p:nvGrpSpPr>
        <p:cNvPr id="1" name="Shape 112"/>
        <p:cNvGrpSpPr/>
        <p:nvPr/>
      </p:nvGrpSpPr>
      <p:grpSpPr>
        <a:xfrm>
          <a:off x="0" y="0"/>
          <a:ext cx="0" cy="0"/>
          <a:chOff x="0" y="0"/>
          <a:chExt cx="0" cy="0"/>
        </a:xfrm>
      </p:grpSpPr>
      <p:cxnSp>
        <p:nvCxnSpPr>
          <p:cNvPr id="113" name="Google Shape;113;p4"/>
          <p:cNvCxnSpPr/>
          <p:nvPr/>
        </p:nvCxnSpPr>
        <p:spPr>
          <a:xfrm>
            <a:off x="417963" y="311025"/>
            <a:ext cx="28200" cy="8777100"/>
          </a:xfrm>
          <a:prstGeom prst="straightConnector1">
            <a:avLst/>
          </a:prstGeom>
          <a:noFill/>
          <a:ln w="9525" cap="flat" cmpd="sng">
            <a:solidFill>
              <a:srgbClr val="B7B7B7"/>
            </a:solidFill>
            <a:prstDash val="solid"/>
            <a:round/>
            <a:headEnd type="none" w="med" len="med"/>
            <a:tailEnd type="none" w="med" len="med"/>
          </a:ln>
        </p:spPr>
      </p:cxnSp>
      <p:grpSp>
        <p:nvGrpSpPr>
          <p:cNvPr id="114" name="Google Shape;114;p4"/>
          <p:cNvGrpSpPr/>
          <p:nvPr/>
        </p:nvGrpSpPr>
        <p:grpSpPr>
          <a:xfrm>
            <a:off x="404725" y="1300475"/>
            <a:ext cx="6908400" cy="72025"/>
            <a:chOff x="404725" y="1681475"/>
            <a:chExt cx="6908400" cy="72025"/>
          </a:xfrm>
        </p:grpSpPr>
        <p:cxnSp>
          <p:nvCxnSpPr>
            <p:cNvPr id="115" name="Google Shape;115;p4"/>
            <p:cNvCxnSpPr/>
            <p:nvPr/>
          </p:nvCxnSpPr>
          <p:spPr>
            <a:xfrm rot="10800000" flipH="1">
              <a:off x="404725" y="1681475"/>
              <a:ext cx="6908400" cy="16800"/>
            </a:xfrm>
            <a:prstGeom prst="straightConnector1">
              <a:avLst/>
            </a:prstGeom>
            <a:noFill/>
            <a:ln w="38100" cap="flat" cmpd="sng">
              <a:solidFill>
                <a:srgbClr val="666666"/>
              </a:solidFill>
              <a:prstDash val="solid"/>
              <a:round/>
              <a:headEnd type="none" w="med" len="med"/>
              <a:tailEnd type="none" w="med" len="med"/>
            </a:ln>
          </p:spPr>
        </p:cxnSp>
        <p:cxnSp>
          <p:nvCxnSpPr>
            <p:cNvPr id="116" name="Google Shape;116;p4"/>
            <p:cNvCxnSpPr/>
            <p:nvPr/>
          </p:nvCxnSpPr>
          <p:spPr>
            <a:xfrm rot="10800000" flipH="1">
              <a:off x="404725" y="1736700"/>
              <a:ext cx="6908400" cy="16800"/>
            </a:xfrm>
            <a:prstGeom prst="straightConnector1">
              <a:avLst/>
            </a:prstGeom>
            <a:noFill/>
            <a:ln w="38100" cap="flat" cmpd="sng">
              <a:solidFill>
                <a:srgbClr val="666666"/>
              </a:solidFill>
              <a:prstDash val="solid"/>
              <a:round/>
              <a:headEnd type="none" w="med" len="med"/>
              <a:tailEnd type="none" w="med" len="med"/>
            </a:ln>
          </p:spPr>
        </p:cxnSp>
      </p:grpSp>
      <p:cxnSp>
        <p:nvCxnSpPr>
          <p:cNvPr id="117" name="Google Shape;117;p4"/>
          <p:cNvCxnSpPr/>
          <p:nvPr/>
        </p:nvCxnSpPr>
        <p:spPr>
          <a:xfrm>
            <a:off x="7326238" y="6225"/>
            <a:ext cx="28200" cy="8777100"/>
          </a:xfrm>
          <a:prstGeom prst="straightConnector1">
            <a:avLst/>
          </a:prstGeom>
          <a:noFill/>
          <a:ln w="9525" cap="flat" cmpd="sng">
            <a:solidFill>
              <a:srgbClr val="B7B7B7"/>
            </a:solidFill>
            <a:prstDash val="solid"/>
            <a:round/>
            <a:headEnd type="none" w="med" len="med"/>
            <a:tailEnd type="none" w="med" len="med"/>
          </a:ln>
        </p:spPr>
      </p:cxnSp>
      <p:cxnSp>
        <p:nvCxnSpPr>
          <p:cNvPr id="118" name="Google Shape;118;p4"/>
          <p:cNvCxnSpPr/>
          <p:nvPr/>
        </p:nvCxnSpPr>
        <p:spPr>
          <a:xfrm rot="10800000">
            <a:off x="438150" y="3276600"/>
            <a:ext cx="6896100" cy="0"/>
          </a:xfrm>
          <a:prstGeom prst="straightConnector1">
            <a:avLst/>
          </a:prstGeom>
          <a:noFill/>
          <a:ln w="9525" cap="flat" cmpd="sng">
            <a:solidFill>
              <a:srgbClr val="CCCCCC"/>
            </a:solidFill>
            <a:prstDash val="solid"/>
            <a:round/>
            <a:headEnd type="none" w="med" len="med"/>
            <a:tailEnd type="none" w="med" len="med"/>
          </a:ln>
        </p:spPr>
      </p:cxnSp>
      <p:cxnSp>
        <p:nvCxnSpPr>
          <p:cNvPr id="119" name="Google Shape;119;p4"/>
          <p:cNvCxnSpPr/>
          <p:nvPr/>
        </p:nvCxnSpPr>
        <p:spPr>
          <a:xfrm>
            <a:off x="3861475" y="3505200"/>
            <a:ext cx="0" cy="5611800"/>
          </a:xfrm>
          <a:prstGeom prst="straightConnector1">
            <a:avLst/>
          </a:prstGeom>
          <a:noFill/>
          <a:ln w="9525" cap="flat" cmpd="sng">
            <a:solidFill>
              <a:srgbClr val="B7B7B7"/>
            </a:solidFill>
            <a:prstDash val="solid"/>
            <a:round/>
            <a:headEnd type="none" w="med" len="med"/>
            <a:tailEnd type="none" w="med" len="med"/>
          </a:ln>
        </p:spPr>
      </p:cxnSp>
      <p:grpSp>
        <p:nvGrpSpPr>
          <p:cNvPr id="120" name="Google Shape;120;p4"/>
          <p:cNvGrpSpPr/>
          <p:nvPr/>
        </p:nvGrpSpPr>
        <p:grpSpPr>
          <a:xfrm>
            <a:off x="417975" y="1504250"/>
            <a:ext cx="2357775" cy="410125"/>
            <a:chOff x="417975" y="1885250"/>
            <a:chExt cx="2357775" cy="410125"/>
          </a:xfrm>
        </p:grpSpPr>
        <p:sp>
          <p:nvSpPr>
            <p:cNvPr id="121" name="Google Shape;121;p4"/>
            <p:cNvSpPr/>
            <p:nvPr/>
          </p:nvSpPr>
          <p:spPr>
            <a:xfrm>
              <a:off x="417975" y="1885250"/>
              <a:ext cx="2020800" cy="410100"/>
            </a:xfrm>
            <a:prstGeom prst="rect">
              <a:avLst/>
            </a:prstGeom>
            <a:solidFill>
              <a:srgbClr val="595959"/>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4"/>
            <p:cNvSpPr/>
            <p:nvPr/>
          </p:nvSpPr>
          <p:spPr>
            <a:xfrm rot="10800000">
              <a:off x="2236350" y="1885875"/>
              <a:ext cx="539400" cy="409500"/>
            </a:xfrm>
            <a:prstGeom prst="chevron">
              <a:avLst>
                <a:gd name="adj" fmla="val 50000"/>
              </a:avLst>
            </a:prstGeom>
            <a:solidFill>
              <a:srgbClr val="595959"/>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4"/>
            <p:cNvSpPr/>
            <p:nvPr/>
          </p:nvSpPr>
          <p:spPr>
            <a:xfrm>
              <a:off x="446175" y="1905300"/>
              <a:ext cx="1946700" cy="364200"/>
            </a:xfrm>
            <a:prstGeom prst="rect">
              <a:avLst/>
            </a:prstGeom>
            <a:solidFill>
              <a:srgbClr val="B7B7B7"/>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4"/>
            <p:cNvSpPr/>
            <p:nvPr/>
          </p:nvSpPr>
          <p:spPr>
            <a:xfrm rot="10800000">
              <a:off x="2198100" y="1906000"/>
              <a:ext cx="519600" cy="363600"/>
            </a:xfrm>
            <a:prstGeom prst="chevron">
              <a:avLst>
                <a:gd name="adj" fmla="val 50000"/>
              </a:avLst>
            </a:prstGeom>
            <a:solidFill>
              <a:srgbClr val="B7B7B7"/>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 name="Google Shape;125;p4"/>
          <p:cNvGrpSpPr/>
          <p:nvPr/>
        </p:nvGrpSpPr>
        <p:grpSpPr>
          <a:xfrm>
            <a:off x="417975" y="3276600"/>
            <a:ext cx="2357775" cy="410125"/>
            <a:chOff x="265575" y="3352800"/>
            <a:chExt cx="2357775" cy="410125"/>
          </a:xfrm>
        </p:grpSpPr>
        <p:sp>
          <p:nvSpPr>
            <p:cNvPr id="126" name="Google Shape;126;p4"/>
            <p:cNvSpPr/>
            <p:nvPr/>
          </p:nvSpPr>
          <p:spPr>
            <a:xfrm>
              <a:off x="265575" y="3352800"/>
              <a:ext cx="2020800" cy="410100"/>
            </a:xfrm>
            <a:prstGeom prst="rect">
              <a:avLst/>
            </a:prstGeom>
            <a:solidFill>
              <a:srgbClr val="595959"/>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4"/>
            <p:cNvSpPr/>
            <p:nvPr/>
          </p:nvSpPr>
          <p:spPr>
            <a:xfrm rot="10800000">
              <a:off x="2083950" y="3353425"/>
              <a:ext cx="539400" cy="409500"/>
            </a:xfrm>
            <a:prstGeom prst="chevron">
              <a:avLst>
                <a:gd name="adj" fmla="val 50000"/>
              </a:avLst>
            </a:prstGeom>
            <a:solidFill>
              <a:srgbClr val="595959"/>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4"/>
            <p:cNvSpPr/>
            <p:nvPr/>
          </p:nvSpPr>
          <p:spPr>
            <a:xfrm>
              <a:off x="293775" y="3372850"/>
              <a:ext cx="1946700" cy="364200"/>
            </a:xfrm>
            <a:prstGeom prst="rect">
              <a:avLst/>
            </a:prstGeom>
            <a:solidFill>
              <a:srgbClr val="B7B7B7"/>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4"/>
            <p:cNvSpPr/>
            <p:nvPr/>
          </p:nvSpPr>
          <p:spPr>
            <a:xfrm rot="10800000">
              <a:off x="2045700" y="3373550"/>
              <a:ext cx="519600" cy="363600"/>
            </a:xfrm>
            <a:prstGeom prst="chevron">
              <a:avLst>
                <a:gd name="adj" fmla="val 50000"/>
              </a:avLst>
            </a:prstGeom>
            <a:solidFill>
              <a:srgbClr val="B7B7B7"/>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 name="Google Shape;130;p4"/>
          <p:cNvGrpSpPr/>
          <p:nvPr/>
        </p:nvGrpSpPr>
        <p:grpSpPr>
          <a:xfrm>
            <a:off x="3872044" y="3276600"/>
            <a:ext cx="2747987" cy="410125"/>
            <a:chOff x="3567313" y="3200400"/>
            <a:chExt cx="2357775" cy="410125"/>
          </a:xfrm>
        </p:grpSpPr>
        <p:sp>
          <p:nvSpPr>
            <p:cNvPr id="131" name="Google Shape;131;p4"/>
            <p:cNvSpPr/>
            <p:nvPr/>
          </p:nvSpPr>
          <p:spPr>
            <a:xfrm>
              <a:off x="3567313" y="3200400"/>
              <a:ext cx="2020800" cy="410100"/>
            </a:xfrm>
            <a:prstGeom prst="rect">
              <a:avLst/>
            </a:prstGeom>
            <a:solidFill>
              <a:srgbClr val="595959"/>
            </a:solid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4"/>
            <p:cNvSpPr/>
            <p:nvPr/>
          </p:nvSpPr>
          <p:spPr>
            <a:xfrm rot="10800000">
              <a:off x="5385688" y="3201025"/>
              <a:ext cx="539400" cy="409500"/>
            </a:xfrm>
            <a:prstGeom prst="chevron">
              <a:avLst>
                <a:gd name="adj" fmla="val 50000"/>
              </a:avLst>
            </a:prstGeom>
            <a:solidFill>
              <a:srgbClr val="595959"/>
            </a:solid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4"/>
            <p:cNvSpPr/>
            <p:nvPr/>
          </p:nvSpPr>
          <p:spPr>
            <a:xfrm>
              <a:off x="3595513" y="3220450"/>
              <a:ext cx="1946700" cy="364200"/>
            </a:xfrm>
            <a:prstGeom prst="rect">
              <a:avLst/>
            </a:prstGeom>
            <a:solidFill>
              <a:srgbClr val="B7B7B7"/>
            </a:solid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4"/>
            <p:cNvSpPr/>
            <p:nvPr/>
          </p:nvSpPr>
          <p:spPr>
            <a:xfrm rot="10800000">
              <a:off x="5393639" y="3221150"/>
              <a:ext cx="473400" cy="363600"/>
            </a:xfrm>
            <a:prstGeom prst="chevron">
              <a:avLst>
                <a:gd name="adj" fmla="val 50000"/>
              </a:avLst>
            </a:prstGeom>
            <a:solidFill>
              <a:srgbClr val="B7B7B7"/>
            </a:solid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 name="Google Shape;135;p4"/>
          <p:cNvGrpSpPr/>
          <p:nvPr/>
        </p:nvGrpSpPr>
        <p:grpSpPr>
          <a:xfrm>
            <a:off x="417963" y="6597750"/>
            <a:ext cx="2357775" cy="410125"/>
            <a:chOff x="-39237" y="6140550"/>
            <a:chExt cx="2357775" cy="410125"/>
          </a:xfrm>
        </p:grpSpPr>
        <p:sp>
          <p:nvSpPr>
            <p:cNvPr id="136" name="Google Shape;136;p4"/>
            <p:cNvSpPr/>
            <p:nvPr/>
          </p:nvSpPr>
          <p:spPr>
            <a:xfrm>
              <a:off x="-39237" y="6140550"/>
              <a:ext cx="2020800" cy="410100"/>
            </a:xfrm>
            <a:prstGeom prst="rect">
              <a:avLst/>
            </a:prstGeom>
            <a:solidFill>
              <a:srgbClr val="595959"/>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4"/>
            <p:cNvSpPr/>
            <p:nvPr/>
          </p:nvSpPr>
          <p:spPr>
            <a:xfrm rot="10800000">
              <a:off x="1779138" y="6141175"/>
              <a:ext cx="539400" cy="409500"/>
            </a:xfrm>
            <a:prstGeom prst="chevron">
              <a:avLst>
                <a:gd name="adj" fmla="val 50000"/>
              </a:avLst>
            </a:prstGeom>
            <a:solidFill>
              <a:srgbClr val="595959"/>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4"/>
            <p:cNvSpPr/>
            <p:nvPr/>
          </p:nvSpPr>
          <p:spPr>
            <a:xfrm>
              <a:off x="-11037" y="6160600"/>
              <a:ext cx="1946700" cy="364200"/>
            </a:xfrm>
            <a:prstGeom prst="rect">
              <a:avLst/>
            </a:prstGeom>
            <a:solidFill>
              <a:srgbClr val="B7B7B7"/>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4"/>
            <p:cNvSpPr/>
            <p:nvPr/>
          </p:nvSpPr>
          <p:spPr>
            <a:xfrm rot="10800000">
              <a:off x="1740888" y="6161300"/>
              <a:ext cx="519600" cy="363600"/>
            </a:xfrm>
            <a:prstGeom prst="chevron">
              <a:avLst>
                <a:gd name="adj" fmla="val 50000"/>
              </a:avLst>
            </a:prstGeom>
            <a:solidFill>
              <a:srgbClr val="B7B7B7"/>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0" name="Google Shape;140;p4"/>
          <p:cNvSpPr txBox="1"/>
          <p:nvPr/>
        </p:nvSpPr>
        <p:spPr>
          <a:xfrm>
            <a:off x="402100" y="1527525"/>
            <a:ext cx="1947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OVERVIEW</a:t>
            </a:r>
            <a:endParaRPr b="1">
              <a:latin typeface="Google Sans"/>
              <a:ea typeface="Google Sans"/>
              <a:cs typeface="Google Sans"/>
              <a:sym typeface="Google Sans"/>
            </a:endParaRPr>
          </a:p>
        </p:txBody>
      </p:sp>
      <p:sp>
        <p:nvSpPr>
          <p:cNvPr id="141" name="Google Shape;141;p4"/>
          <p:cNvSpPr txBox="1"/>
          <p:nvPr/>
        </p:nvSpPr>
        <p:spPr>
          <a:xfrm>
            <a:off x="476200" y="3276599"/>
            <a:ext cx="1799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PROJECT STATUS </a:t>
            </a:r>
            <a:endParaRPr b="1">
              <a:latin typeface="Google Sans"/>
              <a:ea typeface="Google Sans"/>
              <a:cs typeface="Google Sans"/>
              <a:sym typeface="Google Sans"/>
            </a:endParaRPr>
          </a:p>
        </p:txBody>
      </p:sp>
      <p:sp>
        <p:nvSpPr>
          <p:cNvPr id="142" name="Google Shape;142;p4"/>
          <p:cNvSpPr txBox="1"/>
          <p:nvPr/>
        </p:nvSpPr>
        <p:spPr>
          <a:xfrm>
            <a:off x="623225" y="6602713"/>
            <a:ext cx="1947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NEXT STEPS </a:t>
            </a:r>
            <a:endParaRPr b="1">
              <a:latin typeface="Google Sans"/>
              <a:ea typeface="Google Sans"/>
              <a:cs typeface="Google Sans"/>
              <a:sym typeface="Google Sans"/>
            </a:endParaRPr>
          </a:p>
        </p:txBody>
      </p:sp>
      <p:sp>
        <p:nvSpPr>
          <p:cNvPr id="143" name="Google Shape;143;p4"/>
          <p:cNvSpPr txBox="1"/>
          <p:nvPr/>
        </p:nvSpPr>
        <p:spPr>
          <a:xfrm>
            <a:off x="3848750" y="3276600"/>
            <a:ext cx="16734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KEY INSIGHTS </a:t>
            </a:r>
            <a:endParaRPr b="1">
              <a:latin typeface="Google Sans"/>
              <a:ea typeface="Google Sans"/>
              <a:cs typeface="Google Sans"/>
              <a:sym typeface="Google Sans"/>
            </a:endParaRPr>
          </a:p>
        </p:txBody>
      </p:sp>
      <p:sp>
        <p:nvSpPr>
          <p:cNvPr id="144" name="Google Shape;144;p4"/>
          <p:cNvSpPr txBox="1"/>
          <p:nvPr/>
        </p:nvSpPr>
        <p:spPr>
          <a:xfrm>
            <a:off x="413425" y="1939675"/>
            <a:ext cx="6896100" cy="10275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None/>
            </a:pPr>
            <a:endParaRPr sz="1200">
              <a:solidFill>
                <a:srgbClr val="595959"/>
              </a:solidFill>
              <a:latin typeface="Google Sans"/>
              <a:ea typeface="Google Sans"/>
              <a:cs typeface="Google Sans"/>
              <a:sym typeface="Google Sans"/>
            </a:endParaRPr>
          </a:p>
        </p:txBody>
      </p:sp>
      <p:sp>
        <p:nvSpPr>
          <p:cNvPr id="145" name="Google Shape;145;p4"/>
          <p:cNvSpPr txBox="1"/>
          <p:nvPr/>
        </p:nvSpPr>
        <p:spPr>
          <a:xfrm>
            <a:off x="438138" y="3915350"/>
            <a:ext cx="3108300" cy="2370000"/>
          </a:xfrm>
          <a:prstGeom prst="rect">
            <a:avLst/>
          </a:prstGeom>
          <a:noFill/>
          <a:ln>
            <a:noFill/>
          </a:ln>
        </p:spPr>
        <p:txBody>
          <a:bodyPr spcFirstLastPara="1" wrap="square" lIns="57150" tIns="91425" rIns="91425" bIns="91425" anchor="t" anchorCtr="0">
            <a:normAutofit/>
          </a:bodyPr>
          <a:lstStyle/>
          <a:p>
            <a:pPr marL="0" lvl="0" indent="0" algn="l" rtl="0">
              <a:lnSpc>
                <a:spcPct val="115000"/>
              </a:lnSpc>
              <a:spcBef>
                <a:spcPts val="0"/>
              </a:spcBef>
              <a:spcAft>
                <a:spcPts val="1200"/>
              </a:spcAft>
              <a:buNone/>
            </a:pPr>
            <a:endParaRPr sz="1200">
              <a:solidFill>
                <a:srgbClr val="595959"/>
              </a:solidFill>
              <a:latin typeface="Google Sans"/>
              <a:ea typeface="Google Sans"/>
              <a:cs typeface="Google Sans"/>
              <a:sym typeface="Google Sans"/>
            </a:endParaRPr>
          </a:p>
        </p:txBody>
      </p:sp>
      <p:sp>
        <p:nvSpPr>
          <p:cNvPr id="146" name="Google Shape;146;p4"/>
          <p:cNvSpPr txBox="1"/>
          <p:nvPr/>
        </p:nvSpPr>
        <p:spPr>
          <a:xfrm>
            <a:off x="438150" y="7050750"/>
            <a:ext cx="3108300" cy="2255400"/>
          </a:xfrm>
          <a:prstGeom prst="rect">
            <a:avLst/>
          </a:prstGeom>
          <a:noFill/>
          <a:ln>
            <a:noFill/>
          </a:ln>
        </p:spPr>
        <p:txBody>
          <a:bodyPr spcFirstLastPara="1" wrap="square" lIns="57150" tIns="91425" rIns="91425" bIns="91425" anchor="t" anchorCtr="0">
            <a:normAutofit/>
          </a:bodyPr>
          <a:lstStyle/>
          <a:p>
            <a:pPr marL="0" lvl="0" indent="0" algn="l" rtl="0">
              <a:lnSpc>
                <a:spcPct val="115000"/>
              </a:lnSpc>
              <a:spcBef>
                <a:spcPts val="0"/>
              </a:spcBef>
              <a:spcAft>
                <a:spcPts val="1200"/>
              </a:spcAft>
              <a:buNone/>
            </a:pPr>
            <a:endParaRPr sz="1200">
              <a:solidFill>
                <a:srgbClr val="595959"/>
              </a:solidFill>
              <a:latin typeface="Google Sans"/>
              <a:ea typeface="Google Sans"/>
              <a:cs typeface="Google Sans"/>
              <a:sym typeface="Google Sans"/>
            </a:endParaRPr>
          </a:p>
        </p:txBody>
      </p:sp>
      <p:sp>
        <p:nvSpPr>
          <p:cNvPr id="147" name="Google Shape;147;p4"/>
          <p:cNvSpPr txBox="1"/>
          <p:nvPr/>
        </p:nvSpPr>
        <p:spPr>
          <a:xfrm>
            <a:off x="3905525" y="4039263"/>
            <a:ext cx="3219000" cy="2604300"/>
          </a:xfrm>
          <a:prstGeom prst="rect">
            <a:avLst/>
          </a:prstGeom>
          <a:noFill/>
          <a:ln>
            <a:noFill/>
          </a:ln>
        </p:spPr>
        <p:txBody>
          <a:bodyPr spcFirstLastPara="1" wrap="square" lIns="57150" tIns="91425" rIns="91425" bIns="91425" anchor="t" anchorCtr="0">
            <a:normAutofit/>
          </a:bodyPr>
          <a:lstStyle/>
          <a:p>
            <a:pPr marL="0" lvl="0" indent="0" algn="l" rtl="0">
              <a:lnSpc>
                <a:spcPct val="115000"/>
              </a:lnSpc>
              <a:spcBef>
                <a:spcPts val="0"/>
              </a:spcBef>
              <a:spcAft>
                <a:spcPts val="1200"/>
              </a:spcAft>
              <a:buNone/>
            </a:pPr>
            <a:endParaRPr sz="1200">
              <a:solidFill>
                <a:srgbClr val="595959"/>
              </a:solidFill>
              <a:latin typeface="Google Sans"/>
              <a:ea typeface="Google Sans"/>
              <a:cs typeface="Google Sans"/>
              <a:sym typeface="Google Sans"/>
            </a:endParaRPr>
          </a:p>
        </p:txBody>
      </p:sp>
      <p:sp>
        <p:nvSpPr>
          <p:cNvPr id="148" name="Google Shape;148;p4"/>
          <p:cNvSpPr txBox="1"/>
          <p:nvPr/>
        </p:nvSpPr>
        <p:spPr>
          <a:xfrm>
            <a:off x="4183575" y="9228125"/>
            <a:ext cx="3086700" cy="285000"/>
          </a:xfrm>
          <a:prstGeom prst="rect">
            <a:avLst/>
          </a:prstGeom>
          <a:noFill/>
          <a:ln>
            <a:noFill/>
          </a:ln>
        </p:spPr>
        <p:txBody>
          <a:bodyPr spcFirstLastPara="1" wrap="square" lIns="91425" tIns="91425" rIns="91425" bIns="91425" anchor="t" anchorCtr="0">
            <a:normAutofit fontScale="25000" lnSpcReduction="20000"/>
          </a:bodyPr>
          <a:lstStyle/>
          <a:p>
            <a:pPr marL="0" lvl="0" indent="0" algn="l" rtl="0">
              <a:lnSpc>
                <a:spcPct val="115000"/>
              </a:lnSpc>
              <a:spcBef>
                <a:spcPts val="0"/>
              </a:spcBef>
              <a:spcAft>
                <a:spcPts val="1200"/>
              </a:spcAft>
              <a:buNone/>
            </a:pPr>
            <a:endParaRPr sz="1100" i="1">
              <a:solidFill>
                <a:srgbClr val="595959"/>
              </a:solidFill>
              <a:latin typeface="Google Sans"/>
              <a:ea typeface="Google Sans"/>
              <a:cs typeface="Google Sans"/>
              <a:sym typeface="Google Sans"/>
            </a:endParaRPr>
          </a:p>
        </p:txBody>
      </p:sp>
      <p:sp>
        <p:nvSpPr>
          <p:cNvPr id="149" name="Google Shape;149;p4"/>
          <p:cNvSpPr txBox="1"/>
          <p:nvPr/>
        </p:nvSpPr>
        <p:spPr>
          <a:xfrm>
            <a:off x="159875" y="441000"/>
            <a:ext cx="7458900" cy="5079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spAutoFit/>
          </a:bodyPr>
          <a:lstStyle/>
          <a:p>
            <a:pPr marL="0" lvl="0" indent="0" algn="ctr" rtl="0">
              <a:spcBef>
                <a:spcPts val="0"/>
              </a:spcBef>
              <a:spcAft>
                <a:spcPts val="0"/>
              </a:spcAft>
              <a:buNone/>
            </a:pPr>
            <a:r>
              <a:rPr lang="en" sz="2100" b="1">
                <a:latin typeface="Google Sans"/>
                <a:ea typeface="Google Sans"/>
                <a:cs typeface="Google Sans"/>
                <a:sym typeface="Google Sans"/>
              </a:rPr>
              <a:t>Click here to edit title</a:t>
            </a:r>
            <a:endParaRPr sz="2100" b="1">
              <a:latin typeface="Google Sans"/>
              <a:ea typeface="Google Sans"/>
              <a:cs typeface="Google Sans"/>
              <a:sym typeface="Google Sans"/>
            </a:endParaRPr>
          </a:p>
        </p:txBody>
      </p:sp>
      <p:sp>
        <p:nvSpPr>
          <p:cNvPr id="150" name="Google Shape;150;p4"/>
          <p:cNvSpPr txBox="1"/>
          <p:nvPr/>
        </p:nvSpPr>
        <p:spPr>
          <a:xfrm>
            <a:off x="1763100" y="948050"/>
            <a:ext cx="4246200" cy="369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sz="1200">
                <a:latin typeface="PT Sans Narrow"/>
                <a:ea typeface="PT Sans Narrow"/>
                <a:cs typeface="PT Sans Narrow"/>
                <a:sym typeface="PT Sans Narrow"/>
              </a:rPr>
              <a:t>Click here to edit subtitle</a:t>
            </a:r>
            <a:endParaRPr sz="1200">
              <a:solidFill>
                <a:srgbClr val="000000"/>
              </a:solidFill>
              <a:latin typeface="PT Sans Narrow"/>
              <a:ea typeface="PT Sans Narrow"/>
              <a:cs typeface="PT Sans Narrow"/>
              <a:sym typeface="PT Sans Narrow"/>
            </a:endParaRPr>
          </a:p>
        </p:txBody>
      </p:sp>
      <p:sp>
        <p:nvSpPr>
          <p:cNvPr id="151" name="Google Shape;151;p4"/>
          <p:cNvSpPr>
            <a:spLocks noGrp="1"/>
          </p:cNvSpPr>
          <p:nvPr>
            <p:ph type="pic" idx="2"/>
          </p:nvPr>
        </p:nvSpPr>
        <p:spPr>
          <a:xfrm>
            <a:off x="4076163" y="6199700"/>
            <a:ext cx="3035400" cy="2495700"/>
          </a:xfrm>
          <a:prstGeom prst="rect">
            <a:avLst/>
          </a:prstGeom>
          <a:noFill/>
          <a:ln w="19050" cap="flat" cmpd="sng">
            <a:solidFill>
              <a:srgbClr val="000000"/>
            </a:solidFill>
            <a:prstDash val="solid"/>
            <a:round/>
            <a:headEnd type="none" w="sm" len="sm"/>
            <a:tailEnd type="none" w="sm" len="sm"/>
          </a:ln>
        </p:spPr>
      </p:sp>
      <p:sp>
        <p:nvSpPr>
          <p:cNvPr id="152" name="Google Shape;152;p4"/>
          <p:cNvSpPr txBox="1"/>
          <p:nvPr/>
        </p:nvSpPr>
        <p:spPr>
          <a:xfrm>
            <a:off x="4007763" y="8695400"/>
            <a:ext cx="31722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r>
              <a:rPr lang="en" sz="1100" i="1">
                <a:latin typeface="Lato"/>
                <a:ea typeface="Lato"/>
                <a:cs typeface="Lato"/>
                <a:sym typeface="Lato"/>
              </a:rPr>
              <a:t>Image Alt-Text Here</a:t>
            </a:r>
            <a:endParaRPr sz="1100" i="1">
              <a:solidFill>
                <a:srgbClr val="000000"/>
              </a:solidFill>
              <a:latin typeface="Lato"/>
              <a:ea typeface="Lato"/>
              <a:cs typeface="Lato"/>
              <a:sym typeface="Lato"/>
            </a:endParaRPr>
          </a:p>
        </p:txBody>
      </p:sp>
    </p:spTree>
  </p:cSld>
  <p:clrMapOvr>
    <a:masterClrMapping/>
  </p:clrMapOvr>
  <p:extLst>
    <p:ext uri="{DCECCB84-F9BA-43D5-87BE-67443E8EF086}">
      <p15:sldGuideLst xmlns:p15="http://schemas.microsoft.com/office/powerpoint/2012/main">
        <p15:guide id="1" pos="255">
          <p15:clr>
            <a:srgbClr val="FA7B17"/>
          </p15:clr>
        </p15:guide>
        <p15:guide id="2" orient="horz" pos="2922">
          <p15:clr>
            <a:srgbClr val="FA7B17"/>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Layout 4">
  <p:cSld name="CUSTOM">
    <p:spTree>
      <p:nvGrpSpPr>
        <p:cNvPr id="1" name="Shape 153"/>
        <p:cNvGrpSpPr/>
        <p:nvPr/>
      </p:nvGrpSpPr>
      <p:grpSpPr>
        <a:xfrm>
          <a:off x="0" y="0"/>
          <a:ext cx="0" cy="0"/>
          <a:chOff x="0" y="0"/>
          <a:chExt cx="0" cy="0"/>
        </a:xfrm>
      </p:grpSpPr>
      <p:sp>
        <p:nvSpPr>
          <p:cNvPr id="154" name="Google Shape;154;p5"/>
          <p:cNvSpPr/>
          <p:nvPr/>
        </p:nvSpPr>
        <p:spPr>
          <a:xfrm flipH="1">
            <a:off x="2748900" y="9168075"/>
            <a:ext cx="5023500" cy="890400"/>
          </a:xfrm>
          <a:prstGeom prst="rtTriangle">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latin typeface="Google Sans"/>
              <a:ea typeface="Google Sans"/>
              <a:cs typeface="Google Sans"/>
              <a:sym typeface="Google Sans"/>
            </a:endParaRPr>
          </a:p>
        </p:txBody>
      </p:sp>
      <p:sp>
        <p:nvSpPr>
          <p:cNvPr id="155" name="Google Shape;155;p5"/>
          <p:cNvSpPr/>
          <p:nvPr/>
        </p:nvSpPr>
        <p:spPr>
          <a:xfrm>
            <a:off x="0" y="9168075"/>
            <a:ext cx="4138800" cy="890400"/>
          </a:xfrm>
          <a:prstGeom prst="rtTriangle">
            <a:avLst/>
          </a:prstGeom>
          <a:solidFill>
            <a:srgbClr val="DB4437"/>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latin typeface="Google Sans"/>
              <a:ea typeface="Google Sans"/>
              <a:cs typeface="Google Sans"/>
              <a:sym typeface="Google Sans"/>
            </a:endParaRPr>
          </a:p>
        </p:txBody>
      </p:sp>
      <p:grpSp>
        <p:nvGrpSpPr>
          <p:cNvPr id="156" name="Google Shape;156;p5"/>
          <p:cNvGrpSpPr/>
          <p:nvPr/>
        </p:nvGrpSpPr>
        <p:grpSpPr>
          <a:xfrm>
            <a:off x="95351" y="1392509"/>
            <a:ext cx="7581691" cy="5901"/>
            <a:chOff x="1890075" y="5241175"/>
            <a:chExt cx="4240556" cy="257700"/>
          </a:xfrm>
        </p:grpSpPr>
        <p:sp>
          <p:nvSpPr>
            <p:cNvPr id="157" name="Google Shape;157;p5"/>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58" name="Google Shape;158;p5"/>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59" name="Google Shape;159;p5"/>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60" name="Google Shape;160;p5"/>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161" name="Google Shape;161;p5"/>
          <p:cNvGrpSpPr/>
          <p:nvPr/>
        </p:nvGrpSpPr>
        <p:grpSpPr>
          <a:xfrm>
            <a:off x="95351" y="4542984"/>
            <a:ext cx="7581691" cy="5901"/>
            <a:chOff x="1890075" y="5241175"/>
            <a:chExt cx="4240556" cy="257700"/>
          </a:xfrm>
        </p:grpSpPr>
        <p:sp>
          <p:nvSpPr>
            <p:cNvPr id="162" name="Google Shape;162;p5"/>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63" name="Google Shape;163;p5"/>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64" name="Google Shape;164;p5"/>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65" name="Google Shape;165;p5"/>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166" name="Google Shape;166;p5"/>
          <p:cNvSpPr/>
          <p:nvPr/>
        </p:nvSpPr>
        <p:spPr>
          <a:xfrm>
            <a:off x="432000" y="1624350"/>
            <a:ext cx="1598400" cy="269100"/>
          </a:xfrm>
          <a:prstGeom prst="rect">
            <a:avLst/>
          </a:prstGeom>
          <a:solidFill>
            <a:srgbClr val="4285F4"/>
          </a:solidFill>
          <a:ln w="9525" cap="flat" cmpd="sng">
            <a:solidFill>
              <a:srgbClr val="4285F4"/>
            </a:solidFill>
            <a:prstDash val="solid"/>
            <a:round/>
            <a:headEnd type="none" w="sm" len="sm"/>
            <a:tailEnd type="none" w="sm" len="sm"/>
          </a:ln>
          <a:effectLst>
            <a:outerShdw blurRad="57150" dist="19050" dir="5400000" algn="bl" rotWithShape="0">
              <a:srgbClr val="EEEEEE">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Overview </a:t>
            </a:r>
            <a:endParaRPr b="1">
              <a:solidFill>
                <a:srgbClr val="000000"/>
              </a:solidFill>
              <a:latin typeface="Google Sans"/>
              <a:ea typeface="Google Sans"/>
              <a:cs typeface="Google Sans"/>
              <a:sym typeface="Google Sans"/>
            </a:endParaRPr>
          </a:p>
        </p:txBody>
      </p:sp>
      <p:sp>
        <p:nvSpPr>
          <p:cNvPr id="167" name="Google Shape;167;p5"/>
          <p:cNvSpPr/>
          <p:nvPr/>
        </p:nvSpPr>
        <p:spPr>
          <a:xfrm>
            <a:off x="432000" y="2620004"/>
            <a:ext cx="1598400" cy="2850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Problem</a:t>
            </a:r>
            <a:endParaRPr b="1">
              <a:solidFill>
                <a:srgbClr val="000000"/>
              </a:solidFill>
              <a:latin typeface="Google Sans"/>
              <a:ea typeface="Google Sans"/>
              <a:cs typeface="Google Sans"/>
              <a:sym typeface="Google Sans"/>
            </a:endParaRPr>
          </a:p>
        </p:txBody>
      </p:sp>
      <p:sp>
        <p:nvSpPr>
          <p:cNvPr id="168" name="Google Shape;168;p5"/>
          <p:cNvSpPr/>
          <p:nvPr/>
        </p:nvSpPr>
        <p:spPr>
          <a:xfrm>
            <a:off x="432000" y="3615673"/>
            <a:ext cx="1598400" cy="2691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Solution</a:t>
            </a:r>
            <a:endParaRPr b="1">
              <a:solidFill>
                <a:srgbClr val="000000"/>
              </a:solidFill>
              <a:latin typeface="Google Sans"/>
              <a:ea typeface="Google Sans"/>
              <a:cs typeface="Google Sans"/>
              <a:sym typeface="Google Sans"/>
            </a:endParaRPr>
          </a:p>
        </p:txBody>
      </p:sp>
      <p:sp>
        <p:nvSpPr>
          <p:cNvPr id="169" name="Google Shape;169;p5"/>
          <p:cNvSpPr/>
          <p:nvPr/>
        </p:nvSpPr>
        <p:spPr>
          <a:xfrm>
            <a:off x="432000" y="4676196"/>
            <a:ext cx="1598400" cy="2850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Details </a:t>
            </a:r>
            <a:endParaRPr b="1">
              <a:solidFill>
                <a:srgbClr val="000000"/>
              </a:solidFill>
              <a:latin typeface="Google Sans"/>
              <a:ea typeface="Google Sans"/>
              <a:cs typeface="Google Sans"/>
              <a:sym typeface="Google Sans"/>
            </a:endParaRPr>
          </a:p>
        </p:txBody>
      </p:sp>
      <p:sp>
        <p:nvSpPr>
          <p:cNvPr id="170" name="Google Shape;170;p5"/>
          <p:cNvSpPr/>
          <p:nvPr/>
        </p:nvSpPr>
        <p:spPr>
          <a:xfrm>
            <a:off x="432000" y="8296570"/>
            <a:ext cx="1598400" cy="2691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Next Steps </a:t>
            </a:r>
            <a:endParaRPr b="1">
              <a:solidFill>
                <a:srgbClr val="000000"/>
              </a:solidFill>
              <a:latin typeface="Google Sans"/>
              <a:ea typeface="Google Sans"/>
              <a:cs typeface="Google Sans"/>
              <a:sym typeface="Google Sans"/>
            </a:endParaRPr>
          </a:p>
        </p:txBody>
      </p:sp>
      <p:grpSp>
        <p:nvGrpSpPr>
          <p:cNvPr id="171" name="Google Shape;171;p5"/>
          <p:cNvGrpSpPr/>
          <p:nvPr/>
        </p:nvGrpSpPr>
        <p:grpSpPr>
          <a:xfrm>
            <a:off x="95351" y="8200359"/>
            <a:ext cx="7581691" cy="5901"/>
            <a:chOff x="1890075" y="5241175"/>
            <a:chExt cx="4240556" cy="257700"/>
          </a:xfrm>
        </p:grpSpPr>
        <p:sp>
          <p:nvSpPr>
            <p:cNvPr id="172" name="Google Shape;172;p5"/>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73" name="Google Shape;173;p5"/>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74" name="Google Shape;174;p5"/>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75" name="Google Shape;175;p5"/>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176" name="Google Shape;176;p5"/>
          <p:cNvSpPr txBox="1"/>
          <p:nvPr/>
        </p:nvSpPr>
        <p:spPr>
          <a:xfrm>
            <a:off x="159875" y="441000"/>
            <a:ext cx="7458900" cy="5079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spAutoFit/>
          </a:bodyPr>
          <a:lstStyle/>
          <a:p>
            <a:pPr marL="0" lvl="0" indent="0" algn="ctr" rtl="0">
              <a:spcBef>
                <a:spcPts val="0"/>
              </a:spcBef>
              <a:spcAft>
                <a:spcPts val="0"/>
              </a:spcAft>
              <a:buNone/>
            </a:pPr>
            <a:r>
              <a:rPr lang="en" sz="2100" b="1">
                <a:latin typeface="Google Sans"/>
                <a:ea typeface="Google Sans"/>
                <a:cs typeface="Google Sans"/>
                <a:sym typeface="Google Sans"/>
              </a:rPr>
              <a:t>Click here to edit title</a:t>
            </a:r>
            <a:endParaRPr sz="2100" b="1">
              <a:latin typeface="Google Sans"/>
              <a:ea typeface="Google Sans"/>
              <a:cs typeface="Google Sans"/>
              <a:sym typeface="Google Sans"/>
            </a:endParaRPr>
          </a:p>
        </p:txBody>
      </p:sp>
      <p:sp>
        <p:nvSpPr>
          <p:cNvPr id="177" name="Google Shape;177;p5"/>
          <p:cNvSpPr txBox="1"/>
          <p:nvPr/>
        </p:nvSpPr>
        <p:spPr>
          <a:xfrm>
            <a:off x="1763100" y="948050"/>
            <a:ext cx="4246200" cy="369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sz="1200">
                <a:latin typeface="PT Sans Narrow"/>
                <a:ea typeface="PT Sans Narrow"/>
                <a:cs typeface="PT Sans Narrow"/>
                <a:sym typeface="PT Sans Narrow"/>
              </a:rPr>
              <a:t>Click here to edit subtitle</a:t>
            </a:r>
            <a:endParaRPr sz="1200">
              <a:solidFill>
                <a:srgbClr val="000000"/>
              </a:solidFill>
              <a:latin typeface="PT Sans Narrow"/>
              <a:ea typeface="PT Sans Narrow"/>
              <a:cs typeface="PT Sans Narrow"/>
              <a:sym typeface="PT Sans Narrow"/>
            </a:endParaRPr>
          </a:p>
        </p:txBody>
      </p:sp>
      <p:sp>
        <p:nvSpPr>
          <p:cNvPr id="178" name="Google Shape;178;p5"/>
          <p:cNvSpPr>
            <a:spLocks noGrp="1"/>
          </p:cNvSpPr>
          <p:nvPr>
            <p:ph type="pic" idx="2"/>
          </p:nvPr>
        </p:nvSpPr>
        <p:spPr>
          <a:xfrm>
            <a:off x="4394725" y="4961200"/>
            <a:ext cx="3035400" cy="2495700"/>
          </a:xfrm>
          <a:prstGeom prst="rect">
            <a:avLst/>
          </a:prstGeom>
          <a:noFill/>
          <a:ln w="19050" cap="flat" cmpd="sng">
            <a:solidFill>
              <a:srgbClr val="000000"/>
            </a:solidFill>
            <a:prstDash val="solid"/>
            <a:round/>
            <a:headEnd type="none" w="sm" len="sm"/>
            <a:tailEnd type="none" w="sm" len="sm"/>
          </a:ln>
        </p:spPr>
      </p:sp>
      <p:sp>
        <p:nvSpPr>
          <p:cNvPr id="179" name="Google Shape;179;p5"/>
          <p:cNvSpPr txBox="1"/>
          <p:nvPr/>
        </p:nvSpPr>
        <p:spPr>
          <a:xfrm>
            <a:off x="4326325" y="7456900"/>
            <a:ext cx="31722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r>
              <a:rPr lang="en" sz="1100" i="1">
                <a:latin typeface="Lato"/>
                <a:ea typeface="Lato"/>
                <a:cs typeface="Lato"/>
                <a:sym typeface="Lato"/>
              </a:rPr>
              <a:t>Image Alt-Text Here</a:t>
            </a:r>
            <a:endParaRPr sz="1100" i="1">
              <a:solidFill>
                <a:srgbClr val="000000"/>
              </a:solidFill>
              <a:latin typeface="Lato"/>
              <a:ea typeface="Lato"/>
              <a:cs typeface="Lato"/>
              <a:sym typeface="Lato"/>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O NOT USE ">
  <p:cSld name="TITLE_2_1">
    <p:spTree>
      <p:nvGrpSpPr>
        <p:cNvPr id="1" name="Shape 180"/>
        <p:cNvGrpSpPr/>
        <p:nvPr/>
      </p:nvGrpSpPr>
      <p:grpSpPr>
        <a:xfrm>
          <a:off x="0" y="0"/>
          <a:ext cx="0" cy="0"/>
          <a:chOff x="0" y="0"/>
          <a:chExt cx="0" cy="0"/>
        </a:xfrm>
      </p:grpSpPr>
      <p:sp>
        <p:nvSpPr>
          <p:cNvPr id="181" name="Google Shape;181;p6"/>
          <p:cNvSpPr txBox="1"/>
          <p:nvPr/>
        </p:nvSpPr>
        <p:spPr>
          <a:xfrm>
            <a:off x="3993321" y="9367991"/>
            <a:ext cx="3693900" cy="7344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600">
                <a:solidFill>
                  <a:srgbClr val="FFFFFF"/>
                </a:solidFill>
                <a:latin typeface="Roboto"/>
                <a:ea typeface="Roboto"/>
                <a:cs typeface="Roboto"/>
                <a:sym typeface="Roboto"/>
              </a:rPr>
              <a:t>Source:  Lorem ipsum dolor sit amet, consectetur adipiscing elit. Duis non erat sem</a:t>
            </a:r>
            <a:endParaRPr sz="600">
              <a:solidFill>
                <a:srgbClr val="FFFFFF"/>
              </a:solidFill>
              <a:latin typeface="Roboto"/>
              <a:ea typeface="Roboto"/>
              <a:cs typeface="Roboto"/>
              <a:sym typeface="Roboto"/>
            </a:endParaRPr>
          </a:p>
        </p:txBody>
      </p:sp>
      <p:grpSp>
        <p:nvGrpSpPr>
          <p:cNvPr id="182" name="Google Shape;182;p6"/>
          <p:cNvGrpSpPr/>
          <p:nvPr/>
        </p:nvGrpSpPr>
        <p:grpSpPr>
          <a:xfrm>
            <a:off x="-16250" y="9048087"/>
            <a:ext cx="7804900" cy="1072407"/>
            <a:chOff x="-19118" y="4617750"/>
            <a:chExt cx="9182236" cy="548378"/>
          </a:xfrm>
        </p:grpSpPr>
        <p:sp>
          <p:nvSpPr>
            <p:cNvPr id="183" name="Google Shape;183;p6"/>
            <p:cNvSpPr/>
            <p:nvPr/>
          </p:nvSpPr>
          <p:spPr>
            <a:xfrm flipH="1">
              <a:off x="19244" y="4617750"/>
              <a:ext cx="9143874" cy="548378"/>
            </a:xfrm>
            <a:custGeom>
              <a:avLst/>
              <a:gdLst/>
              <a:ahLst/>
              <a:cxnLst/>
              <a:rect l="l" t="t" r="r" b="b"/>
              <a:pathLst>
                <a:path w="367556" h="19840" extrusionOk="0">
                  <a:moveTo>
                    <a:pt x="0" y="19840"/>
                  </a:moveTo>
                  <a:lnTo>
                    <a:pt x="515" y="0"/>
                  </a:lnTo>
                  <a:lnTo>
                    <a:pt x="367556" y="11270"/>
                  </a:lnTo>
                  <a:lnTo>
                    <a:pt x="367044" y="18698"/>
                  </a:lnTo>
                  <a:close/>
                </a:path>
              </a:pathLst>
            </a:custGeom>
            <a:solidFill>
              <a:srgbClr val="4069DD"/>
            </a:solidFill>
            <a:ln>
              <a:noFill/>
            </a:ln>
          </p:spPr>
        </p:sp>
        <p:sp>
          <p:nvSpPr>
            <p:cNvPr id="184" name="Google Shape;184;p6"/>
            <p:cNvSpPr/>
            <p:nvPr/>
          </p:nvSpPr>
          <p:spPr>
            <a:xfrm flipH="1">
              <a:off x="-19118" y="4677825"/>
              <a:ext cx="4769786" cy="473975"/>
            </a:xfrm>
            <a:custGeom>
              <a:avLst/>
              <a:gdLst/>
              <a:ahLst/>
              <a:cxnLst/>
              <a:rect l="l" t="t" r="r" b="b"/>
              <a:pathLst>
                <a:path w="366343" h="18959" extrusionOk="0">
                  <a:moveTo>
                    <a:pt x="0" y="18521"/>
                  </a:moveTo>
                  <a:lnTo>
                    <a:pt x="366343" y="0"/>
                  </a:lnTo>
                  <a:lnTo>
                    <a:pt x="366052" y="18959"/>
                  </a:lnTo>
                  <a:close/>
                </a:path>
              </a:pathLst>
            </a:custGeom>
            <a:solidFill>
              <a:srgbClr val="448AFF"/>
            </a:solidFill>
            <a:ln>
              <a:noFill/>
            </a:ln>
          </p:spPr>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 DO NOT USE">
  <p:cSld name="CUSTOM_1">
    <p:spTree>
      <p:nvGrpSpPr>
        <p:cNvPr id="1" name="Shape 185"/>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Layout 1" type="title">
  <p:cSld name="TITLE">
    <p:spTree>
      <p:nvGrpSpPr>
        <p:cNvPr id="1" name="Shape 191"/>
        <p:cNvGrpSpPr/>
        <p:nvPr/>
      </p:nvGrpSpPr>
      <p:grpSpPr>
        <a:xfrm>
          <a:off x="0" y="0"/>
          <a:ext cx="0" cy="0"/>
          <a:chOff x="0" y="0"/>
          <a:chExt cx="0" cy="0"/>
        </a:xfrm>
      </p:grpSpPr>
      <p:grpSp>
        <p:nvGrpSpPr>
          <p:cNvPr id="192" name="Google Shape;192;p9"/>
          <p:cNvGrpSpPr/>
          <p:nvPr/>
        </p:nvGrpSpPr>
        <p:grpSpPr>
          <a:xfrm>
            <a:off x="172055" y="1468890"/>
            <a:ext cx="7434543" cy="62982"/>
            <a:chOff x="1890075" y="5241175"/>
            <a:chExt cx="4240556" cy="257700"/>
          </a:xfrm>
        </p:grpSpPr>
        <p:sp>
          <p:nvSpPr>
            <p:cNvPr id="193" name="Google Shape;193;p9"/>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94" name="Google Shape;194;p9"/>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95" name="Google Shape;195;p9"/>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96" name="Google Shape;196;p9"/>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197" name="Google Shape;197;p9"/>
          <p:cNvSpPr/>
          <p:nvPr/>
        </p:nvSpPr>
        <p:spPr>
          <a:xfrm>
            <a:off x="172050" y="2765600"/>
            <a:ext cx="3076800" cy="7293000"/>
          </a:xfrm>
          <a:prstGeom prst="roundRect">
            <a:avLst>
              <a:gd name="adj" fmla="val 0"/>
            </a:avLst>
          </a:pr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nvGrpSpPr>
          <p:cNvPr id="198" name="Google Shape;198;p9"/>
          <p:cNvGrpSpPr/>
          <p:nvPr/>
        </p:nvGrpSpPr>
        <p:grpSpPr>
          <a:xfrm>
            <a:off x="168930" y="2702615"/>
            <a:ext cx="7434543" cy="62982"/>
            <a:chOff x="1890075" y="5241175"/>
            <a:chExt cx="4240556" cy="257700"/>
          </a:xfrm>
        </p:grpSpPr>
        <p:sp>
          <p:nvSpPr>
            <p:cNvPr id="199" name="Google Shape;199;p9"/>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00" name="Google Shape;200;p9"/>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01" name="Google Shape;201;p9"/>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02" name="Google Shape;202;p9"/>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cxnSp>
        <p:nvCxnSpPr>
          <p:cNvPr id="203" name="Google Shape;203;p9"/>
          <p:cNvCxnSpPr>
            <a:stCxn id="193" idx="0"/>
          </p:cNvCxnSpPr>
          <p:nvPr/>
        </p:nvCxnSpPr>
        <p:spPr>
          <a:xfrm>
            <a:off x="172055" y="1500381"/>
            <a:ext cx="0" cy="8590500"/>
          </a:xfrm>
          <a:prstGeom prst="straightConnector1">
            <a:avLst/>
          </a:prstGeom>
          <a:noFill/>
          <a:ln w="9525" cap="flat" cmpd="sng">
            <a:solidFill>
              <a:srgbClr val="CCCCCC"/>
            </a:solidFill>
            <a:prstDash val="solid"/>
            <a:round/>
            <a:headEnd type="none" w="med" len="med"/>
            <a:tailEnd type="none" w="med" len="med"/>
          </a:ln>
        </p:spPr>
      </p:cxnSp>
      <p:cxnSp>
        <p:nvCxnSpPr>
          <p:cNvPr id="204" name="Google Shape;204;p9"/>
          <p:cNvCxnSpPr/>
          <p:nvPr/>
        </p:nvCxnSpPr>
        <p:spPr>
          <a:xfrm>
            <a:off x="7603480" y="1500381"/>
            <a:ext cx="0" cy="8590500"/>
          </a:xfrm>
          <a:prstGeom prst="straightConnector1">
            <a:avLst/>
          </a:prstGeom>
          <a:noFill/>
          <a:ln w="9525" cap="flat" cmpd="sng">
            <a:solidFill>
              <a:srgbClr val="CCCCCC"/>
            </a:solidFill>
            <a:prstDash val="solid"/>
            <a:round/>
            <a:headEnd type="none" w="med" len="med"/>
            <a:tailEnd type="none" w="med" len="med"/>
          </a:ln>
        </p:spPr>
      </p:cxnSp>
      <p:grpSp>
        <p:nvGrpSpPr>
          <p:cNvPr id="205" name="Google Shape;205;p9"/>
          <p:cNvGrpSpPr/>
          <p:nvPr/>
        </p:nvGrpSpPr>
        <p:grpSpPr>
          <a:xfrm>
            <a:off x="0" y="3413775"/>
            <a:ext cx="3530025" cy="746350"/>
            <a:chOff x="0" y="3156075"/>
            <a:chExt cx="3530025" cy="746350"/>
          </a:xfrm>
        </p:grpSpPr>
        <p:sp>
          <p:nvSpPr>
            <p:cNvPr id="206" name="Google Shape;206;p9"/>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07" name="Google Shape;207;p9"/>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208" name="Google Shape;208;p9"/>
          <p:cNvGrpSpPr/>
          <p:nvPr/>
        </p:nvGrpSpPr>
        <p:grpSpPr>
          <a:xfrm>
            <a:off x="3248850" y="2867100"/>
            <a:ext cx="4936034" cy="746350"/>
            <a:chOff x="0" y="3156075"/>
            <a:chExt cx="3530025" cy="746350"/>
          </a:xfrm>
        </p:grpSpPr>
        <p:sp>
          <p:nvSpPr>
            <p:cNvPr id="209" name="Google Shape;209;p9"/>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10" name="Google Shape;210;p9"/>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211" name="Google Shape;211;p9"/>
          <p:cNvGrpSpPr/>
          <p:nvPr/>
        </p:nvGrpSpPr>
        <p:grpSpPr>
          <a:xfrm>
            <a:off x="3248850" y="7166275"/>
            <a:ext cx="4936034" cy="746350"/>
            <a:chOff x="0" y="3156075"/>
            <a:chExt cx="3530025" cy="746350"/>
          </a:xfrm>
        </p:grpSpPr>
        <p:sp>
          <p:nvSpPr>
            <p:cNvPr id="212" name="Google Shape;212;p9"/>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13" name="Google Shape;213;p9"/>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214" name="Google Shape;214;p9"/>
          <p:cNvSpPr txBox="1"/>
          <p:nvPr/>
        </p:nvSpPr>
        <p:spPr>
          <a:xfrm>
            <a:off x="188700" y="3410750"/>
            <a:ext cx="3074400" cy="4632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Key Insights </a:t>
            </a:r>
            <a:endParaRPr sz="1900">
              <a:solidFill>
                <a:schemeClr val="lt2"/>
              </a:solidFill>
              <a:latin typeface="Google Sans SemiBold"/>
              <a:ea typeface="Google Sans SemiBold"/>
              <a:cs typeface="Google Sans SemiBold"/>
              <a:sym typeface="Google Sans SemiBold"/>
            </a:endParaRPr>
          </a:p>
        </p:txBody>
      </p:sp>
      <p:sp>
        <p:nvSpPr>
          <p:cNvPr id="215" name="Google Shape;215;p9"/>
          <p:cNvSpPr txBox="1"/>
          <p:nvPr/>
        </p:nvSpPr>
        <p:spPr>
          <a:xfrm>
            <a:off x="3263100" y="2852500"/>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Details </a:t>
            </a:r>
            <a:endParaRPr sz="1900">
              <a:solidFill>
                <a:schemeClr val="lt2"/>
              </a:solidFill>
              <a:latin typeface="Google Sans SemiBold"/>
              <a:ea typeface="Google Sans SemiBold"/>
              <a:cs typeface="Google Sans SemiBold"/>
              <a:sym typeface="Google Sans SemiBold"/>
            </a:endParaRPr>
          </a:p>
        </p:txBody>
      </p:sp>
      <p:sp>
        <p:nvSpPr>
          <p:cNvPr id="216" name="Google Shape;216;p9"/>
          <p:cNvSpPr txBox="1"/>
          <p:nvPr/>
        </p:nvSpPr>
        <p:spPr>
          <a:xfrm>
            <a:off x="3263100" y="7164075"/>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Next Steps </a:t>
            </a:r>
            <a:endParaRPr sz="1900">
              <a:solidFill>
                <a:schemeClr val="lt2"/>
              </a:solidFill>
              <a:latin typeface="Google Sans SemiBold"/>
              <a:ea typeface="Google Sans SemiBold"/>
              <a:cs typeface="Google Sans SemiBold"/>
              <a:sym typeface="Google Sans SemiBold"/>
            </a:endParaRPr>
          </a:p>
        </p:txBody>
      </p:sp>
      <p:grpSp>
        <p:nvGrpSpPr>
          <p:cNvPr id="217" name="Google Shape;217;p9"/>
          <p:cNvGrpSpPr/>
          <p:nvPr/>
        </p:nvGrpSpPr>
        <p:grpSpPr>
          <a:xfrm>
            <a:off x="172055" y="1468890"/>
            <a:ext cx="7434543" cy="62982"/>
            <a:chOff x="1890075" y="5241175"/>
            <a:chExt cx="4240556" cy="257700"/>
          </a:xfrm>
        </p:grpSpPr>
        <p:sp>
          <p:nvSpPr>
            <p:cNvPr id="218" name="Google Shape;218;p9"/>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9" name="Google Shape;219;p9"/>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20" name="Google Shape;220;p9"/>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21" name="Google Shape;221;p9"/>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222" name="Google Shape;222;p9"/>
          <p:cNvSpPr/>
          <p:nvPr/>
        </p:nvSpPr>
        <p:spPr>
          <a:xfrm>
            <a:off x="172050" y="2765600"/>
            <a:ext cx="3076800" cy="7293000"/>
          </a:xfrm>
          <a:prstGeom prst="roundRect">
            <a:avLst>
              <a:gd name="adj" fmla="val 0"/>
            </a:avLst>
          </a:pr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nvGrpSpPr>
          <p:cNvPr id="223" name="Google Shape;223;p9"/>
          <p:cNvGrpSpPr/>
          <p:nvPr/>
        </p:nvGrpSpPr>
        <p:grpSpPr>
          <a:xfrm>
            <a:off x="168930" y="2702615"/>
            <a:ext cx="7434543" cy="62982"/>
            <a:chOff x="1890075" y="5241175"/>
            <a:chExt cx="4240556" cy="257700"/>
          </a:xfrm>
        </p:grpSpPr>
        <p:sp>
          <p:nvSpPr>
            <p:cNvPr id="224" name="Google Shape;224;p9"/>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25" name="Google Shape;225;p9"/>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26" name="Google Shape;226;p9"/>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27" name="Google Shape;227;p9"/>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cxnSp>
        <p:nvCxnSpPr>
          <p:cNvPr id="228" name="Google Shape;228;p9"/>
          <p:cNvCxnSpPr>
            <a:stCxn id="218" idx="0"/>
          </p:cNvCxnSpPr>
          <p:nvPr/>
        </p:nvCxnSpPr>
        <p:spPr>
          <a:xfrm>
            <a:off x="172055" y="1500381"/>
            <a:ext cx="0" cy="8590500"/>
          </a:xfrm>
          <a:prstGeom prst="straightConnector1">
            <a:avLst/>
          </a:prstGeom>
          <a:noFill/>
          <a:ln w="9525" cap="flat" cmpd="sng">
            <a:solidFill>
              <a:srgbClr val="CCCCCC"/>
            </a:solidFill>
            <a:prstDash val="solid"/>
            <a:round/>
            <a:headEnd type="none" w="med" len="med"/>
            <a:tailEnd type="none" w="med" len="med"/>
          </a:ln>
        </p:spPr>
      </p:cxnSp>
      <p:cxnSp>
        <p:nvCxnSpPr>
          <p:cNvPr id="229" name="Google Shape;229;p9"/>
          <p:cNvCxnSpPr/>
          <p:nvPr/>
        </p:nvCxnSpPr>
        <p:spPr>
          <a:xfrm>
            <a:off x="7603480" y="1500381"/>
            <a:ext cx="0" cy="8590500"/>
          </a:xfrm>
          <a:prstGeom prst="straightConnector1">
            <a:avLst/>
          </a:prstGeom>
          <a:noFill/>
          <a:ln w="9525" cap="flat" cmpd="sng">
            <a:solidFill>
              <a:srgbClr val="CCCCCC"/>
            </a:solidFill>
            <a:prstDash val="solid"/>
            <a:round/>
            <a:headEnd type="none" w="med" len="med"/>
            <a:tailEnd type="none" w="med" len="med"/>
          </a:ln>
        </p:spPr>
      </p:cxnSp>
      <p:grpSp>
        <p:nvGrpSpPr>
          <p:cNvPr id="230" name="Google Shape;230;p9"/>
          <p:cNvGrpSpPr/>
          <p:nvPr/>
        </p:nvGrpSpPr>
        <p:grpSpPr>
          <a:xfrm>
            <a:off x="0" y="3413775"/>
            <a:ext cx="3530025" cy="746350"/>
            <a:chOff x="0" y="3156075"/>
            <a:chExt cx="3530025" cy="746350"/>
          </a:xfrm>
        </p:grpSpPr>
        <p:sp>
          <p:nvSpPr>
            <p:cNvPr id="231" name="Google Shape;231;p9"/>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32" name="Google Shape;232;p9"/>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233" name="Google Shape;233;p9"/>
          <p:cNvGrpSpPr/>
          <p:nvPr/>
        </p:nvGrpSpPr>
        <p:grpSpPr>
          <a:xfrm>
            <a:off x="3248850" y="2867100"/>
            <a:ext cx="4936034" cy="746350"/>
            <a:chOff x="0" y="3156075"/>
            <a:chExt cx="3530025" cy="746350"/>
          </a:xfrm>
        </p:grpSpPr>
        <p:sp>
          <p:nvSpPr>
            <p:cNvPr id="234" name="Google Shape;234;p9"/>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35" name="Google Shape;235;p9"/>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236" name="Google Shape;236;p9"/>
          <p:cNvGrpSpPr/>
          <p:nvPr/>
        </p:nvGrpSpPr>
        <p:grpSpPr>
          <a:xfrm>
            <a:off x="3248850" y="7166275"/>
            <a:ext cx="4936034" cy="746350"/>
            <a:chOff x="0" y="3156075"/>
            <a:chExt cx="3530025" cy="746350"/>
          </a:xfrm>
        </p:grpSpPr>
        <p:sp>
          <p:nvSpPr>
            <p:cNvPr id="237" name="Google Shape;237;p9"/>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38" name="Google Shape;238;p9"/>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239" name="Google Shape;239;p9"/>
          <p:cNvSpPr txBox="1"/>
          <p:nvPr/>
        </p:nvSpPr>
        <p:spPr>
          <a:xfrm>
            <a:off x="188700" y="3410750"/>
            <a:ext cx="3074400" cy="4632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rgbClr val="EEEEEE"/>
                </a:solidFill>
                <a:latin typeface="Google Sans SemiBold"/>
                <a:ea typeface="Google Sans SemiBold"/>
                <a:cs typeface="Google Sans SemiBold"/>
                <a:sym typeface="Google Sans SemiBold"/>
              </a:rPr>
              <a:t>Key Insights </a:t>
            </a:r>
            <a:endParaRPr sz="1900">
              <a:solidFill>
                <a:srgbClr val="EEEEEE"/>
              </a:solidFill>
              <a:latin typeface="Google Sans SemiBold"/>
              <a:ea typeface="Google Sans SemiBold"/>
              <a:cs typeface="Google Sans SemiBold"/>
              <a:sym typeface="Google Sans SemiBold"/>
            </a:endParaRPr>
          </a:p>
        </p:txBody>
      </p:sp>
      <p:sp>
        <p:nvSpPr>
          <p:cNvPr id="240" name="Google Shape;240;p9"/>
          <p:cNvSpPr txBox="1"/>
          <p:nvPr/>
        </p:nvSpPr>
        <p:spPr>
          <a:xfrm>
            <a:off x="3263100" y="2852500"/>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rgbClr val="EEEEEE"/>
                </a:solidFill>
                <a:latin typeface="Google Sans SemiBold"/>
                <a:ea typeface="Google Sans SemiBold"/>
                <a:cs typeface="Google Sans SemiBold"/>
                <a:sym typeface="Google Sans SemiBold"/>
              </a:rPr>
              <a:t>Details </a:t>
            </a:r>
            <a:endParaRPr sz="1900">
              <a:solidFill>
                <a:srgbClr val="EEEEEE"/>
              </a:solidFill>
              <a:latin typeface="Google Sans SemiBold"/>
              <a:ea typeface="Google Sans SemiBold"/>
              <a:cs typeface="Google Sans SemiBold"/>
              <a:sym typeface="Google Sans SemiBold"/>
            </a:endParaRPr>
          </a:p>
        </p:txBody>
      </p:sp>
      <p:sp>
        <p:nvSpPr>
          <p:cNvPr id="241" name="Google Shape;241;p9"/>
          <p:cNvSpPr txBox="1"/>
          <p:nvPr/>
        </p:nvSpPr>
        <p:spPr>
          <a:xfrm>
            <a:off x="3263100" y="7164075"/>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rgbClr val="EEEEEE"/>
                </a:solidFill>
                <a:latin typeface="Google Sans SemiBold"/>
                <a:ea typeface="Google Sans SemiBold"/>
                <a:cs typeface="Google Sans SemiBold"/>
                <a:sym typeface="Google Sans SemiBold"/>
              </a:rPr>
              <a:t>Next Steps </a:t>
            </a:r>
            <a:endParaRPr sz="1900">
              <a:solidFill>
                <a:srgbClr val="EEEEEE"/>
              </a:solidFill>
              <a:latin typeface="Google Sans SemiBold"/>
              <a:ea typeface="Google Sans SemiBold"/>
              <a:cs typeface="Google Sans SemiBold"/>
              <a:sym typeface="Google Sans SemiBold"/>
            </a:endParaRPr>
          </a:p>
        </p:txBody>
      </p:sp>
      <p:sp>
        <p:nvSpPr>
          <p:cNvPr id="242" name="Google Shape;242;p9"/>
          <p:cNvSpPr txBox="1"/>
          <p:nvPr/>
        </p:nvSpPr>
        <p:spPr>
          <a:xfrm>
            <a:off x="159875" y="441000"/>
            <a:ext cx="7458900" cy="5079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spAutoFit/>
          </a:bodyPr>
          <a:lstStyle/>
          <a:p>
            <a:pPr marL="0" lvl="0" indent="0" algn="ctr" rtl="0">
              <a:spcBef>
                <a:spcPts val="0"/>
              </a:spcBef>
              <a:spcAft>
                <a:spcPts val="0"/>
              </a:spcAft>
              <a:buNone/>
            </a:pPr>
            <a:r>
              <a:rPr lang="en" sz="2100" b="1">
                <a:latin typeface="Google Sans"/>
                <a:ea typeface="Google Sans"/>
                <a:cs typeface="Google Sans"/>
                <a:sym typeface="Google Sans"/>
              </a:rPr>
              <a:t>Click here to edit title</a:t>
            </a:r>
            <a:endParaRPr sz="2100" b="1">
              <a:latin typeface="Google Sans"/>
              <a:ea typeface="Google Sans"/>
              <a:cs typeface="Google Sans"/>
              <a:sym typeface="Google Sans"/>
            </a:endParaRPr>
          </a:p>
        </p:txBody>
      </p:sp>
      <p:sp>
        <p:nvSpPr>
          <p:cNvPr id="243" name="Google Shape;243;p9"/>
          <p:cNvSpPr txBox="1"/>
          <p:nvPr/>
        </p:nvSpPr>
        <p:spPr>
          <a:xfrm>
            <a:off x="1763100" y="948050"/>
            <a:ext cx="4246200" cy="369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sz="1200">
                <a:latin typeface="PT Sans Narrow"/>
                <a:ea typeface="PT Sans Narrow"/>
                <a:cs typeface="PT Sans Narrow"/>
                <a:sym typeface="PT Sans Narrow"/>
              </a:rPr>
              <a:t>Click here to edit subtitle</a:t>
            </a:r>
            <a:endParaRPr sz="1200">
              <a:solidFill>
                <a:srgbClr val="000000"/>
              </a:solidFill>
              <a:latin typeface="PT Sans Narrow"/>
              <a:ea typeface="PT Sans Narrow"/>
              <a:cs typeface="PT Sans Narrow"/>
              <a:sym typeface="PT Sans Narrow"/>
            </a:endParaRPr>
          </a:p>
        </p:txBody>
      </p:sp>
      <p:sp>
        <p:nvSpPr>
          <p:cNvPr id="244" name="Google Shape;244;p9"/>
          <p:cNvSpPr>
            <a:spLocks noGrp="1"/>
          </p:cNvSpPr>
          <p:nvPr>
            <p:ph type="pic" idx="2"/>
          </p:nvPr>
        </p:nvSpPr>
        <p:spPr>
          <a:xfrm>
            <a:off x="4583375" y="3389400"/>
            <a:ext cx="3035400" cy="2495700"/>
          </a:xfrm>
          <a:prstGeom prst="rect">
            <a:avLst/>
          </a:prstGeom>
          <a:noFill/>
          <a:ln w="19050" cap="flat" cmpd="sng">
            <a:solidFill>
              <a:srgbClr val="000000"/>
            </a:solidFill>
            <a:prstDash val="solid"/>
            <a:round/>
            <a:headEnd type="none" w="sm" len="sm"/>
            <a:tailEnd type="none" w="sm" len="sm"/>
          </a:ln>
        </p:spPr>
      </p:sp>
      <p:sp>
        <p:nvSpPr>
          <p:cNvPr id="245" name="Google Shape;245;p9"/>
          <p:cNvSpPr txBox="1"/>
          <p:nvPr/>
        </p:nvSpPr>
        <p:spPr>
          <a:xfrm>
            <a:off x="4541175" y="5895125"/>
            <a:ext cx="30744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r>
              <a:rPr lang="en" sz="1100" i="1">
                <a:latin typeface="Lato"/>
                <a:ea typeface="Lato"/>
                <a:cs typeface="Lato"/>
                <a:sym typeface="Lato"/>
              </a:rPr>
              <a:t>Image Alt-Text Here</a:t>
            </a:r>
            <a:endParaRPr sz="1100" i="1">
              <a:solidFill>
                <a:srgbClr val="000000"/>
              </a:solidFill>
              <a:latin typeface="Lato"/>
              <a:ea typeface="Lato"/>
              <a:cs typeface="Lato"/>
              <a:sym typeface="Lato"/>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Layout 2">
  <p:cSld name="TITLE_1">
    <p:spTree>
      <p:nvGrpSpPr>
        <p:cNvPr id="1" name="Shape 246"/>
        <p:cNvGrpSpPr/>
        <p:nvPr/>
      </p:nvGrpSpPr>
      <p:grpSpPr>
        <a:xfrm>
          <a:off x="0" y="0"/>
          <a:ext cx="0" cy="0"/>
          <a:chOff x="0" y="0"/>
          <a:chExt cx="0" cy="0"/>
        </a:xfrm>
      </p:grpSpPr>
      <p:cxnSp>
        <p:nvCxnSpPr>
          <p:cNvPr id="247" name="Google Shape;247;p10"/>
          <p:cNvCxnSpPr>
            <a:stCxn id="248" idx="1"/>
          </p:cNvCxnSpPr>
          <p:nvPr/>
        </p:nvCxnSpPr>
        <p:spPr>
          <a:xfrm>
            <a:off x="3033472" y="937660"/>
            <a:ext cx="15900" cy="6568200"/>
          </a:xfrm>
          <a:prstGeom prst="straightConnector1">
            <a:avLst/>
          </a:prstGeom>
          <a:noFill/>
          <a:ln w="9525" cap="flat" cmpd="sng">
            <a:solidFill>
              <a:srgbClr val="CCCCCC"/>
            </a:solidFill>
            <a:prstDash val="solid"/>
            <a:round/>
            <a:headEnd type="none" w="med" len="med"/>
            <a:tailEnd type="none" w="med" len="med"/>
          </a:ln>
        </p:spPr>
      </p:cxnSp>
      <p:grpSp>
        <p:nvGrpSpPr>
          <p:cNvPr id="249" name="Google Shape;249;p10"/>
          <p:cNvGrpSpPr/>
          <p:nvPr/>
        </p:nvGrpSpPr>
        <p:grpSpPr>
          <a:xfrm>
            <a:off x="190320" y="900657"/>
            <a:ext cx="7581691" cy="5901"/>
            <a:chOff x="1890075" y="5241175"/>
            <a:chExt cx="4240556" cy="257700"/>
          </a:xfrm>
        </p:grpSpPr>
        <p:sp>
          <p:nvSpPr>
            <p:cNvPr id="250" name="Google Shape;250;p10"/>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51" name="Google Shape;251;p10"/>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52" name="Google Shape;252;p10"/>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53" name="Google Shape;253;p10"/>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254" name="Google Shape;254;p10"/>
          <p:cNvGrpSpPr/>
          <p:nvPr/>
        </p:nvGrpSpPr>
        <p:grpSpPr>
          <a:xfrm>
            <a:off x="190320" y="931759"/>
            <a:ext cx="7581691" cy="5901"/>
            <a:chOff x="1890075" y="5241175"/>
            <a:chExt cx="4240556" cy="257700"/>
          </a:xfrm>
        </p:grpSpPr>
        <p:sp>
          <p:nvSpPr>
            <p:cNvPr id="255" name="Google Shape;255;p10"/>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56" name="Google Shape;256;p10"/>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57" name="Google Shape;257;p10"/>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58" name="Google Shape;258;p10"/>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259" name="Google Shape;259;p10"/>
          <p:cNvSpPr/>
          <p:nvPr/>
        </p:nvSpPr>
        <p:spPr>
          <a:xfrm rot="248910">
            <a:off x="7469568" y="-16320"/>
            <a:ext cx="1791494" cy="10540289"/>
          </a:xfrm>
          <a:prstGeom prst="rtTriangle">
            <a:avLst/>
          </a:prstGeom>
          <a:solidFill>
            <a:srgbClr val="B7B7B7"/>
          </a:solidFill>
          <a:ln w="9525" cap="flat" cmpd="sng">
            <a:solidFill>
              <a:srgbClr val="CFB99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CFB991"/>
              </a:solidFill>
            </a:endParaRPr>
          </a:p>
        </p:txBody>
      </p:sp>
      <p:sp>
        <p:nvSpPr>
          <p:cNvPr id="260" name="Google Shape;260;p10"/>
          <p:cNvSpPr>
            <a:spLocks noGrp="1"/>
          </p:cNvSpPr>
          <p:nvPr>
            <p:ph type="pic" idx="2"/>
          </p:nvPr>
        </p:nvSpPr>
        <p:spPr>
          <a:xfrm>
            <a:off x="3552088" y="1473363"/>
            <a:ext cx="3035400" cy="2495700"/>
          </a:xfrm>
          <a:prstGeom prst="rect">
            <a:avLst/>
          </a:prstGeom>
          <a:noFill/>
          <a:ln w="19050" cap="flat" cmpd="sng">
            <a:solidFill>
              <a:srgbClr val="000000"/>
            </a:solidFill>
            <a:prstDash val="solid"/>
            <a:round/>
            <a:headEnd type="none" w="sm" len="sm"/>
            <a:tailEnd type="none" w="sm" len="sm"/>
          </a:ln>
        </p:spPr>
        <p:txBody>
          <a:bodyPr/>
          <a:lstStyle/>
          <a:p>
            <a:endParaRPr lang="en-FI"/>
          </a:p>
        </p:txBody>
      </p:sp>
      <p:sp>
        <p:nvSpPr>
          <p:cNvPr id="261" name="Google Shape;261;p10"/>
          <p:cNvSpPr txBox="1"/>
          <p:nvPr/>
        </p:nvSpPr>
        <p:spPr>
          <a:xfrm>
            <a:off x="510050" y="9659903"/>
            <a:ext cx="30816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endParaRPr sz="1100" i="1">
              <a:solidFill>
                <a:srgbClr val="000000"/>
              </a:solidFill>
              <a:latin typeface="Calibri"/>
              <a:ea typeface="Calibri"/>
              <a:cs typeface="Calibri"/>
              <a:sym typeface="Calibri"/>
            </a:endParaRPr>
          </a:p>
        </p:txBody>
      </p:sp>
      <p:sp>
        <p:nvSpPr>
          <p:cNvPr id="262" name="Google Shape;262;p10"/>
          <p:cNvSpPr/>
          <p:nvPr/>
        </p:nvSpPr>
        <p:spPr>
          <a:xfrm>
            <a:off x="159875" y="7502350"/>
            <a:ext cx="7612200" cy="2379300"/>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3" name="Google Shape;263;p10"/>
          <p:cNvGrpSpPr/>
          <p:nvPr/>
        </p:nvGrpSpPr>
        <p:grpSpPr>
          <a:xfrm>
            <a:off x="190320" y="900657"/>
            <a:ext cx="7581691" cy="5901"/>
            <a:chOff x="1890075" y="5241175"/>
            <a:chExt cx="4240556" cy="257700"/>
          </a:xfrm>
        </p:grpSpPr>
        <p:sp>
          <p:nvSpPr>
            <p:cNvPr id="264" name="Google Shape;264;p10"/>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65" name="Google Shape;265;p10"/>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66" name="Google Shape;266;p10"/>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67" name="Google Shape;267;p10"/>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268" name="Google Shape;268;p10"/>
          <p:cNvGrpSpPr/>
          <p:nvPr/>
        </p:nvGrpSpPr>
        <p:grpSpPr>
          <a:xfrm>
            <a:off x="190320" y="931759"/>
            <a:ext cx="7581691" cy="5901"/>
            <a:chOff x="1890075" y="5241175"/>
            <a:chExt cx="4240556" cy="257700"/>
          </a:xfrm>
        </p:grpSpPr>
        <p:sp>
          <p:nvSpPr>
            <p:cNvPr id="269" name="Google Shape;269;p10"/>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48" name="Google Shape;248;p10"/>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70" name="Google Shape;270;p10"/>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71" name="Google Shape;271;p10"/>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272" name="Google Shape;272;p10"/>
          <p:cNvSpPr/>
          <p:nvPr/>
        </p:nvSpPr>
        <p:spPr>
          <a:xfrm rot="248910">
            <a:off x="7469568" y="-16320"/>
            <a:ext cx="1791494" cy="10540289"/>
          </a:xfrm>
          <a:prstGeom prst="rtTriangle">
            <a:avLst/>
          </a:prstGeom>
          <a:solidFill>
            <a:srgbClr val="5757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CFB991"/>
              </a:solidFill>
            </a:endParaRPr>
          </a:p>
        </p:txBody>
      </p:sp>
      <p:sp>
        <p:nvSpPr>
          <p:cNvPr id="273" name="Google Shape;273;p10"/>
          <p:cNvSpPr txBox="1"/>
          <p:nvPr/>
        </p:nvSpPr>
        <p:spPr>
          <a:xfrm>
            <a:off x="290394" y="934500"/>
            <a:ext cx="2259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ISSUE / PROBLEM</a:t>
            </a:r>
            <a:endParaRPr sz="1500">
              <a:latin typeface="Work Sans"/>
              <a:ea typeface="Work Sans"/>
              <a:cs typeface="Work Sans"/>
              <a:sym typeface="Work Sans"/>
            </a:endParaRPr>
          </a:p>
        </p:txBody>
      </p:sp>
      <p:grpSp>
        <p:nvGrpSpPr>
          <p:cNvPr id="274" name="Google Shape;274;p10"/>
          <p:cNvGrpSpPr/>
          <p:nvPr/>
        </p:nvGrpSpPr>
        <p:grpSpPr>
          <a:xfrm>
            <a:off x="172024" y="1040825"/>
            <a:ext cx="137818" cy="187200"/>
            <a:chOff x="507100" y="1997600"/>
            <a:chExt cx="158375" cy="187200"/>
          </a:xfrm>
        </p:grpSpPr>
        <p:sp>
          <p:nvSpPr>
            <p:cNvPr id="275" name="Google Shape;275;p10"/>
            <p:cNvSpPr/>
            <p:nvPr/>
          </p:nvSpPr>
          <p:spPr>
            <a:xfrm>
              <a:off x="529575" y="1997600"/>
              <a:ext cx="135900" cy="187200"/>
            </a:xfrm>
            <a:prstGeom prst="chevron">
              <a:avLst>
                <a:gd name="adj" fmla="val 50000"/>
              </a:avLst>
            </a:prstGeom>
            <a:solidFill>
              <a:srgbClr val="00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10"/>
            <p:cNvSpPr/>
            <p:nvPr/>
          </p:nvSpPr>
          <p:spPr>
            <a:xfrm>
              <a:off x="507100" y="2017025"/>
              <a:ext cx="135900" cy="146700"/>
            </a:xfrm>
            <a:prstGeom prst="chevron">
              <a:avLst>
                <a:gd name="adj" fmla="val 50000"/>
              </a:avLst>
            </a:prstGeom>
            <a:solidFill>
              <a:srgbClr val="4069DD"/>
            </a:solidFill>
            <a:ln w="9525" cap="flat" cmpd="sng">
              <a:solidFill>
                <a:srgbClr val="4069D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7" name="Google Shape;277;p10"/>
          <p:cNvSpPr txBox="1"/>
          <p:nvPr/>
        </p:nvSpPr>
        <p:spPr>
          <a:xfrm>
            <a:off x="308719" y="2801400"/>
            <a:ext cx="2259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RESPONSE </a:t>
            </a:r>
            <a:endParaRPr sz="1500">
              <a:latin typeface="Work Sans"/>
              <a:ea typeface="Work Sans"/>
              <a:cs typeface="Work Sans"/>
              <a:sym typeface="Work Sans"/>
            </a:endParaRPr>
          </a:p>
        </p:txBody>
      </p:sp>
      <p:grpSp>
        <p:nvGrpSpPr>
          <p:cNvPr id="278" name="Google Shape;278;p10"/>
          <p:cNvGrpSpPr/>
          <p:nvPr/>
        </p:nvGrpSpPr>
        <p:grpSpPr>
          <a:xfrm>
            <a:off x="190349" y="2907725"/>
            <a:ext cx="137818" cy="187200"/>
            <a:chOff x="507100" y="1540400"/>
            <a:chExt cx="158375" cy="187200"/>
          </a:xfrm>
        </p:grpSpPr>
        <p:sp>
          <p:nvSpPr>
            <p:cNvPr id="279" name="Google Shape;279;p10"/>
            <p:cNvSpPr/>
            <p:nvPr/>
          </p:nvSpPr>
          <p:spPr>
            <a:xfrm>
              <a:off x="529575" y="1540400"/>
              <a:ext cx="135900" cy="187200"/>
            </a:xfrm>
            <a:prstGeom prst="chevron">
              <a:avLst>
                <a:gd name="adj" fmla="val 50000"/>
              </a:avLst>
            </a:prstGeom>
            <a:solidFill>
              <a:srgbClr val="FF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10"/>
            <p:cNvSpPr/>
            <p:nvPr/>
          </p:nvSpPr>
          <p:spPr>
            <a:xfrm>
              <a:off x="507100" y="1559825"/>
              <a:ext cx="135900" cy="146700"/>
            </a:xfrm>
            <a:prstGeom prst="chevron">
              <a:avLst>
                <a:gd name="adj" fmla="val 50000"/>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1" name="Google Shape;281;p10"/>
          <p:cNvSpPr txBox="1"/>
          <p:nvPr/>
        </p:nvSpPr>
        <p:spPr>
          <a:xfrm>
            <a:off x="290394" y="5399875"/>
            <a:ext cx="2259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IMPACT  </a:t>
            </a:r>
            <a:endParaRPr sz="1500">
              <a:latin typeface="Work Sans"/>
              <a:ea typeface="Work Sans"/>
              <a:cs typeface="Work Sans"/>
              <a:sym typeface="Work Sans"/>
            </a:endParaRPr>
          </a:p>
        </p:txBody>
      </p:sp>
      <p:grpSp>
        <p:nvGrpSpPr>
          <p:cNvPr id="282" name="Google Shape;282;p10"/>
          <p:cNvGrpSpPr/>
          <p:nvPr/>
        </p:nvGrpSpPr>
        <p:grpSpPr>
          <a:xfrm>
            <a:off x="172024" y="5506200"/>
            <a:ext cx="137818" cy="187200"/>
            <a:chOff x="507100" y="1997600"/>
            <a:chExt cx="158375" cy="187200"/>
          </a:xfrm>
        </p:grpSpPr>
        <p:sp>
          <p:nvSpPr>
            <p:cNvPr id="283" name="Google Shape;283;p10"/>
            <p:cNvSpPr/>
            <p:nvPr/>
          </p:nvSpPr>
          <p:spPr>
            <a:xfrm>
              <a:off x="529575" y="1997600"/>
              <a:ext cx="135900" cy="187200"/>
            </a:xfrm>
            <a:prstGeom prst="chevron">
              <a:avLst>
                <a:gd name="adj" fmla="val 50000"/>
              </a:avLst>
            </a:prstGeom>
            <a:solidFill>
              <a:srgbClr val="F4B4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10"/>
            <p:cNvSpPr/>
            <p:nvPr/>
          </p:nvSpPr>
          <p:spPr>
            <a:xfrm>
              <a:off x="507100" y="2017025"/>
              <a:ext cx="135900" cy="146700"/>
            </a:xfrm>
            <a:prstGeom prst="chevron">
              <a:avLst>
                <a:gd name="adj" fmla="val 50000"/>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5" name="Google Shape;285;p10"/>
          <p:cNvSpPr txBox="1"/>
          <p:nvPr/>
        </p:nvSpPr>
        <p:spPr>
          <a:xfrm>
            <a:off x="-2480800" y="9126503"/>
            <a:ext cx="30816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endParaRPr sz="1100" i="1">
              <a:solidFill>
                <a:srgbClr val="000000"/>
              </a:solidFill>
              <a:latin typeface="Calibri"/>
              <a:ea typeface="Calibri"/>
              <a:cs typeface="Calibri"/>
              <a:sym typeface="Calibri"/>
            </a:endParaRPr>
          </a:p>
        </p:txBody>
      </p:sp>
      <p:sp>
        <p:nvSpPr>
          <p:cNvPr id="286" name="Google Shape;286;p10"/>
          <p:cNvSpPr txBox="1"/>
          <p:nvPr/>
        </p:nvSpPr>
        <p:spPr>
          <a:xfrm>
            <a:off x="315596" y="7502355"/>
            <a:ext cx="62733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KEY INSIGHTS</a:t>
            </a:r>
            <a:endParaRPr sz="1500">
              <a:latin typeface="Work Sans"/>
              <a:ea typeface="Work Sans"/>
              <a:cs typeface="Work Sans"/>
              <a:sym typeface="Work Sans"/>
            </a:endParaRPr>
          </a:p>
        </p:txBody>
      </p:sp>
      <p:grpSp>
        <p:nvGrpSpPr>
          <p:cNvPr id="287" name="Google Shape;287;p10"/>
          <p:cNvGrpSpPr/>
          <p:nvPr/>
        </p:nvGrpSpPr>
        <p:grpSpPr>
          <a:xfrm>
            <a:off x="172024" y="7607808"/>
            <a:ext cx="137818" cy="187200"/>
            <a:chOff x="507100" y="1997600"/>
            <a:chExt cx="158375" cy="187200"/>
          </a:xfrm>
        </p:grpSpPr>
        <p:sp>
          <p:nvSpPr>
            <p:cNvPr id="288" name="Google Shape;288;p10"/>
            <p:cNvSpPr/>
            <p:nvPr/>
          </p:nvSpPr>
          <p:spPr>
            <a:xfrm>
              <a:off x="529575" y="1997600"/>
              <a:ext cx="135900" cy="187200"/>
            </a:xfrm>
            <a:prstGeom prst="chevron">
              <a:avLst>
                <a:gd name="adj" fmla="val 50000"/>
              </a:avLst>
            </a:prstGeom>
            <a:solidFill>
              <a:srgbClr val="0F9D5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10"/>
            <p:cNvSpPr/>
            <p:nvPr/>
          </p:nvSpPr>
          <p:spPr>
            <a:xfrm>
              <a:off x="507100" y="2017025"/>
              <a:ext cx="135900" cy="146700"/>
            </a:xfrm>
            <a:prstGeom prst="chevron">
              <a:avLst>
                <a:gd name="adj" fmla="val 50000"/>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0" name="Google Shape;290;p10"/>
          <p:cNvSpPr>
            <a:spLocks noGrp="1"/>
          </p:cNvSpPr>
          <p:nvPr>
            <p:ph type="pic" idx="3"/>
          </p:nvPr>
        </p:nvSpPr>
        <p:spPr>
          <a:xfrm>
            <a:off x="4054775" y="4659950"/>
            <a:ext cx="3035400" cy="2495700"/>
          </a:xfrm>
          <a:prstGeom prst="rect">
            <a:avLst/>
          </a:prstGeom>
          <a:noFill/>
          <a:ln w="19050" cap="flat" cmpd="sng">
            <a:solidFill>
              <a:srgbClr val="000000"/>
            </a:solidFill>
            <a:prstDash val="solid"/>
            <a:round/>
            <a:headEnd type="none" w="sm" len="sm"/>
            <a:tailEnd type="none" w="sm" len="sm"/>
          </a:ln>
        </p:spPr>
        <p:txBody>
          <a:bodyPr/>
          <a:lstStyle/>
          <a:p>
            <a:endParaRPr lang="en-FI"/>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Layout 3">
  <p:cSld name="CUSTOM_2_1">
    <p:spTree>
      <p:nvGrpSpPr>
        <p:cNvPr id="1" name="Shape 291"/>
        <p:cNvGrpSpPr/>
        <p:nvPr/>
      </p:nvGrpSpPr>
      <p:grpSpPr>
        <a:xfrm>
          <a:off x="0" y="0"/>
          <a:ext cx="0" cy="0"/>
          <a:chOff x="0" y="0"/>
          <a:chExt cx="0" cy="0"/>
        </a:xfrm>
      </p:grpSpPr>
      <p:cxnSp>
        <p:nvCxnSpPr>
          <p:cNvPr id="292" name="Google Shape;292;p11"/>
          <p:cNvCxnSpPr/>
          <p:nvPr/>
        </p:nvCxnSpPr>
        <p:spPr>
          <a:xfrm>
            <a:off x="417963" y="311025"/>
            <a:ext cx="28200" cy="8777100"/>
          </a:xfrm>
          <a:prstGeom prst="straightConnector1">
            <a:avLst/>
          </a:prstGeom>
          <a:noFill/>
          <a:ln w="9525" cap="flat" cmpd="sng">
            <a:solidFill>
              <a:srgbClr val="B7B7B7"/>
            </a:solidFill>
            <a:prstDash val="solid"/>
            <a:round/>
            <a:headEnd type="none" w="med" len="med"/>
            <a:tailEnd type="none" w="med" len="med"/>
          </a:ln>
        </p:spPr>
      </p:cxnSp>
      <p:grpSp>
        <p:nvGrpSpPr>
          <p:cNvPr id="293" name="Google Shape;293;p11"/>
          <p:cNvGrpSpPr/>
          <p:nvPr/>
        </p:nvGrpSpPr>
        <p:grpSpPr>
          <a:xfrm>
            <a:off x="404725" y="1300475"/>
            <a:ext cx="6908400" cy="72025"/>
            <a:chOff x="404725" y="1681475"/>
            <a:chExt cx="6908400" cy="72025"/>
          </a:xfrm>
        </p:grpSpPr>
        <p:cxnSp>
          <p:nvCxnSpPr>
            <p:cNvPr id="294" name="Google Shape;294;p11"/>
            <p:cNvCxnSpPr/>
            <p:nvPr/>
          </p:nvCxnSpPr>
          <p:spPr>
            <a:xfrm rot="10800000" flipH="1">
              <a:off x="404725" y="1681475"/>
              <a:ext cx="6908400" cy="16800"/>
            </a:xfrm>
            <a:prstGeom prst="straightConnector1">
              <a:avLst/>
            </a:prstGeom>
            <a:noFill/>
            <a:ln w="38100" cap="flat" cmpd="sng">
              <a:solidFill>
                <a:srgbClr val="666666"/>
              </a:solidFill>
              <a:prstDash val="solid"/>
              <a:round/>
              <a:headEnd type="none" w="med" len="med"/>
              <a:tailEnd type="none" w="med" len="med"/>
            </a:ln>
          </p:spPr>
        </p:cxnSp>
        <p:cxnSp>
          <p:nvCxnSpPr>
            <p:cNvPr id="295" name="Google Shape;295;p11"/>
            <p:cNvCxnSpPr/>
            <p:nvPr/>
          </p:nvCxnSpPr>
          <p:spPr>
            <a:xfrm rot="10800000" flipH="1">
              <a:off x="404725" y="1736700"/>
              <a:ext cx="6908400" cy="16800"/>
            </a:xfrm>
            <a:prstGeom prst="straightConnector1">
              <a:avLst/>
            </a:prstGeom>
            <a:noFill/>
            <a:ln w="38100" cap="flat" cmpd="sng">
              <a:solidFill>
                <a:srgbClr val="666666"/>
              </a:solidFill>
              <a:prstDash val="solid"/>
              <a:round/>
              <a:headEnd type="none" w="med" len="med"/>
              <a:tailEnd type="none" w="med" len="med"/>
            </a:ln>
          </p:spPr>
        </p:cxnSp>
      </p:grpSp>
      <p:cxnSp>
        <p:nvCxnSpPr>
          <p:cNvPr id="296" name="Google Shape;296;p11"/>
          <p:cNvCxnSpPr/>
          <p:nvPr/>
        </p:nvCxnSpPr>
        <p:spPr>
          <a:xfrm>
            <a:off x="7326238" y="6225"/>
            <a:ext cx="28200" cy="8777100"/>
          </a:xfrm>
          <a:prstGeom prst="straightConnector1">
            <a:avLst/>
          </a:prstGeom>
          <a:noFill/>
          <a:ln w="9525" cap="flat" cmpd="sng">
            <a:solidFill>
              <a:srgbClr val="B7B7B7"/>
            </a:solidFill>
            <a:prstDash val="solid"/>
            <a:round/>
            <a:headEnd type="none" w="med" len="med"/>
            <a:tailEnd type="none" w="med" len="med"/>
          </a:ln>
        </p:spPr>
      </p:cxnSp>
      <p:cxnSp>
        <p:nvCxnSpPr>
          <p:cNvPr id="297" name="Google Shape;297;p11"/>
          <p:cNvCxnSpPr/>
          <p:nvPr/>
        </p:nvCxnSpPr>
        <p:spPr>
          <a:xfrm rot="10800000">
            <a:off x="438150" y="3276600"/>
            <a:ext cx="6896100" cy="0"/>
          </a:xfrm>
          <a:prstGeom prst="straightConnector1">
            <a:avLst/>
          </a:prstGeom>
          <a:noFill/>
          <a:ln w="9525" cap="flat" cmpd="sng">
            <a:solidFill>
              <a:srgbClr val="CCCCCC"/>
            </a:solidFill>
            <a:prstDash val="solid"/>
            <a:round/>
            <a:headEnd type="none" w="med" len="med"/>
            <a:tailEnd type="none" w="med" len="med"/>
          </a:ln>
        </p:spPr>
      </p:cxnSp>
      <p:cxnSp>
        <p:nvCxnSpPr>
          <p:cNvPr id="298" name="Google Shape;298;p11"/>
          <p:cNvCxnSpPr/>
          <p:nvPr/>
        </p:nvCxnSpPr>
        <p:spPr>
          <a:xfrm>
            <a:off x="3861475" y="3505200"/>
            <a:ext cx="0" cy="5611800"/>
          </a:xfrm>
          <a:prstGeom prst="straightConnector1">
            <a:avLst/>
          </a:prstGeom>
          <a:noFill/>
          <a:ln w="9525" cap="flat" cmpd="sng">
            <a:solidFill>
              <a:srgbClr val="B7B7B7"/>
            </a:solidFill>
            <a:prstDash val="solid"/>
            <a:round/>
            <a:headEnd type="none" w="med" len="med"/>
            <a:tailEnd type="none" w="med" len="med"/>
          </a:ln>
        </p:spPr>
      </p:cxnSp>
      <p:grpSp>
        <p:nvGrpSpPr>
          <p:cNvPr id="299" name="Google Shape;299;p11"/>
          <p:cNvGrpSpPr/>
          <p:nvPr/>
        </p:nvGrpSpPr>
        <p:grpSpPr>
          <a:xfrm>
            <a:off x="417975" y="1504250"/>
            <a:ext cx="2357775" cy="410125"/>
            <a:chOff x="417975" y="1885250"/>
            <a:chExt cx="2357775" cy="410125"/>
          </a:xfrm>
        </p:grpSpPr>
        <p:sp>
          <p:nvSpPr>
            <p:cNvPr id="300" name="Google Shape;300;p11"/>
            <p:cNvSpPr/>
            <p:nvPr/>
          </p:nvSpPr>
          <p:spPr>
            <a:xfrm>
              <a:off x="417975" y="1885250"/>
              <a:ext cx="2020800" cy="410100"/>
            </a:xfrm>
            <a:prstGeom prst="rect">
              <a:avLst/>
            </a:prstGeom>
            <a:solidFill>
              <a:srgbClr val="595959"/>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11"/>
            <p:cNvSpPr/>
            <p:nvPr/>
          </p:nvSpPr>
          <p:spPr>
            <a:xfrm rot="10800000">
              <a:off x="2236350" y="1885875"/>
              <a:ext cx="539400" cy="409500"/>
            </a:xfrm>
            <a:prstGeom prst="chevron">
              <a:avLst>
                <a:gd name="adj" fmla="val 50000"/>
              </a:avLst>
            </a:prstGeom>
            <a:solidFill>
              <a:srgbClr val="595959"/>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11"/>
            <p:cNvSpPr/>
            <p:nvPr/>
          </p:nvSpPr>
          <p:spPr>
            <a:xfrm>
              <a:off x="446175" y="1905300"/>
              <a:ext cx="1946700" cy="364200"/>
            </a:xfrm>
            <a:prstGeom prst="rect">
              <a:avLst/>
            </a:prstGeom>
            <a:solidFill>
              <a:srgbClr val="B7B7B7"/>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11"/>
            <p:cNvSpPr/>
            <p:nvPr/>
          </p:nvSpPr>
          <p:spPr>
            <a:xfrm rot="10800000">
              <a:off x="2198100" y="1906000"/>
              <a:ext cx="519600" cy="363600"/>
            </a:xfrm>
            <a:prstGeom prst="chevron">
              <a:avLst>
                <a:gd name="adj" fmla="val 50000"/>
              </a:avLst>
            </a:prstGeom>
            <a:solidFill>
              <a:srgbClr val="B7B7B7"/>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4" name="Google Shape;304;p11"/>
          <p:cNvGrpSpPr/>
          <p:nvPr/>
        </p:nvGrpSpPr>
        <p:grpSpPr>
          <a:xfrm>
            <a:off x="417975" y="3276600"/>
            <a:ext cx="2357775" cy="410125"/>
            <a:chOff x="265575" y="3352800"/>
            <a:chExt cx="2357775" cy="410125"/>
          </a:xfrm>
        </p:grpSpPr>
        <p:sp>
          <p:nvSpPr>
            <p:cNvPr id="305" name="Google Shape;305;p11"/>
            <p:cNvSpPr/>
            <p:nvPr/>
          </p:nvSpPr>
          <p:spPr>
            <a:xfrm>
              <a:off x="265575" y="3352800"/>
              <a:ext cx="2020800" cy="410100"/>
            </a:xfrm>
            <a:prstGeom prst="rect">
              <a:avLst/>
            </a:prstGeom>
            <a:solidFill>
              <a:srgbClr val="595959"/>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11"/>
            <p:cNvSpPr/>
            <p:nvPr/>
          </p:nvSpPr>
          <p:spPr>
            <a:xfrm rot="10800000">
              <a:off x="2083950" y="3353425"/>
              <a:ext cx="539400" cy="409500"/>
            </a:xfrm>
            <a:prstGeom prst="chevron">
              <a:avLst>
                <a:gd name="adj" fmla="val 50000"/>
              </a:avLst>
            </a:prstGeom>
            <a:solidFill>
              <a:srgbClr val="595959"/>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11"/>
            <p:cNvSpPr/>
            <p:nvPr/>
          </p:nvSpPr>
          <p:spPr>
            <a:xfrm>
              <a:off x="293775" y="3372850"/>
              <a:ext cx="1946700" cy="364200"/>
            </a:xfrm>
            <a:prstGeom prst="rect">
              <a:avLst/>
            </a:prstGeom>
            <a:solidFill>
              <a:srgbClr val="B7B7B7"/>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11"/>
            <p:cNvSpPr/>
            <p:nvPr/>
          </p:nvSpPr>
          <p:spPr>
            <a:xfrm rot="10800000">
              <a:off x="2045700" y="3373550"/>
              <a:ext cx="519600" cy="363600"/>
            </a:xfrm>
            <a:prstGeom prst="chevron">
              <a:avLst>
                <a:gd name="adj" fmla="val 50000"/>
              </a:avLst>
            </a:prstGeom>
            <a:solidFill>
              <a:srgbClr val="B7B7B7"/>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9" name="Google Shape;309;p11"/>
          <p:cNvGrpSpPr/>
          <p:nvPr/>
        </p:nvGrpSpPr>
        <p:grpSpPr>
          <a:xfrm>
            <a:off x="3872044" y="3276600"/>
            <a:ext cx="2747987" cy="410125"/>
            <a:chOff x="3567313" y="3200400"/>
            <a:chExt cx="2357775" cy="410125"/>
          </a:xfrm>
        </p:grpSpPr>
        <p:sp>
          <p:nvSpPr>
            <p:cNvPr id="310" name="Google Shape;310;p11"/>
            <p:cNvSpPr/>
            <p:nvPr/>
          </p:nvSpPr>
          <p:spPr>
            <a:xfrm>
              <a:off x="3567313" y="3200400"/>
              <a:ext cx="2020800" cy="410100"/>
            </a:xfrm>
            <a:prstGeom prst="rect">
              <a:avLst/>
            </a:prstGeom>
            <a:solidFill>
              <a:srgbClr val="595959"/>
            </a:solid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11"/>
            <p:cNvSpPr/>
            <p:nvPr/>
          </p:nvSpPr>
          <p:spPr>
            <a:xfrm rot="10800000">
              <a:off x="5385688" y="3201025"/>
              <a:ext cx="539400" cy="409500"/>
            </a:xfrm>
            <a:prstGeom prst="chevron">
              <a:avLst>
                <a:gd name="adj" fmla="val 50000"/>
              </a:avLst>
            </a:prstGeom>
            <a:solidFill>
              <a:srgbClr val="595959"/>
            </a:solid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11"/>
            <p:cNvSpPr/>
            <p:nvPr/>
          </p:nvSpPr>
          <p:spPr>
            <a:xfrm>
              <a:off x="3595513" y="3220450"/>
              <a:ext cx="1946700" cy="364200"/>
            </a:xfrm>
            <a:prstGeom prst="rect">
              <a:avLst/>
            </a:prstGeom>
            <a:solidFill>
              <a:srgbClr val="B7B7B7"/>
            </a:solid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11"/>
            <p:cNvSpPr/>
            <p:nvPr/>
          </p:nvSpPr>
          <p:spPr>
            <a:xfrm rot="10800000">
              <a:off x="5393639" y="3221150"/>
              <a:ext cx="473400" cy="363600"/>
            </a:xfrm>
            <a:prstGeom prst="chevron">
              <a:avLst>
                <a:gd name="adj" fmla="val 50000"/>
              </a:avLst>
            </a:prstGeom>
            <a:solidFill>
              <a:srgbClr val="B7B7B7"/>
            </a:solid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4" name="Google Shape;314;p11"/>
          <p:cNvGrpSpPr/>
          <p:nvPr/>
        </p:nvGrpSpPr>
        <p:grpSpPr>
          <a:xfrm>
            <a:off x="417963" y="6597750"/>
            <a:ext cx="2357775" cy="410125"/>
            <a:chOff x="-39237" y="6140550"/>
            <a:chExt cx="2357775" cy="410125"/>
          </a:xfrm>
        </p:grpSpPr>
        <p:sp>
          <p:nvSpPr>
            <p:cNvPr id="315" name="Google Shape;315;p11"/>
            <p:cNvSpPr/>
            <p:nvPr/>
          </p:nvSpPr>
          <p:spPr>
            <a:xfrm>
              <a:off x="-39237" y="6140550"/>
              <a:ext cx="2020800" cy="410100"/>
            </a:xfrm>
            <a:prstGeom prst="rect">
              <a:avLst/>
            </a:prstGeom>
            <a:solidFill>
              <a:srgbClr val="595959"/>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11"/>
            <p:cNvSpPr/>
            <p:nvPr/>
          </p:nvSpPr>
          <p:spPr>
            <a:xfrm rot="10800000">
              <a:off x="1779138" y="6141175"/>
              <a:ext cx="539400" cy="409500"/>
            </a:xfrm>
            <a:prstGeom prst="chevron">
              <a:avLst>
                <a:gd name="adj" fmla="val 50000"/>
              </a:avLst>
            </a:prstGeom>
            <a:solidFill>
              <a:srgbClr val="595959"/>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11"/>
            <p:cNvSpPr/>
            <p:nvPr/>
          </p:nvSpPr>
          <p:spPr>
            <a:xfrm>
              <a:off x="-11037" y="6160600"/>
              <a:ext cx="1946700" cy="364200"/>
            </a:xfrm>
            <a:prstGeom prst="rect">
              <a:avLst/>
            </a:prstGeom>
            <a:solidFill>
              <a:srgbClr val="B7B7B7"/>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11"/>
            <p:cNvSpPr/>
            <p:nvPr/>
          </p:nvSpPr>
          <p:spPr>
            <a:xfrm rot="10800000">
              <a:off x="1740888" y="6161300"/>
              <a:ext cx="519600" cy="363600"/>
            </a:xfrm>
            <a:prstGeom prst="chevron">
              <a:avLst>
                <a:gd name="adj" fmla="val 50000"/>
              </a:avLst>
            </a:prstGeom>
            <a:solidFill>
              <a:srgbClr val="B7B7B7"/>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19" name="Google Shape;319;p11"/>
          <p:cNvSpPr txBox="1"/>
          <p:nvPr/>
        </p:nvSpPr>
        <p:spPr>
          <a:xfrm>
            <a:off x="402100" y="1527525"/>
            <a:ext cx="1947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OVERVIEW</a:t>
            </a:r>
            <a:endParaRPr b="1">
              <a:latin typeface="Google Sans"/>
              <a:ea typeface="Google Sans"/>
              <a:cs typeface="Google Sans"/>
              <a:sym typeface="Google Sans"/>
            </a:endParaRPr>
          </a:p>
        </p:txBody>
      </p:sp>
      <p:sp>
        <p:nvSpPr>
          <p:cNvPr id="320" name="Google Shape;320;p11"/>
          <p:cNvSpPr txBox="1"/>
          <p:nvPr/>
        </p:nvSpPr>
        <p:spPr>
          <a:xfrm>
            <a:off x="476200" y="3276599"/>
            <a:ext cx="1799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PROJECT STATUS </a:t>
            </a:r>
            <a:endParaRPr b="1">
              <a:latin typeface="Google Sans"/>
              <a:ea typeface="Google Sans"/>
              <a:cs typeface="Google Sans"/>
              <a:sym typeface="Google Sans"/>
            </a:endParaRPr>
          </a:p>
        </p:txBody>
      </p:sp>
      <p:sp>
        <p:nvSpPr>
          <p:cNvPr id="321" name="Google Shape;321;p11"/>
          <p:cNvSpPr txBox="1"/>
          <p:nvPr/>
        </p:nvSpPr>
        <p:spPr>
          <a:xfrm>
            <a:off x="623225" y="6602713"/>
            <a:ext cx="1947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NEXT STEPS </a:t>
            </a:r>
            <a:endParaRPr b="1">
              <a:latin typeface="Google Sans"/>
              <a:ea typeface="Google Sans"/>
              <a:cs typeface="Google Sans"/>
              <a:sym typeface="Google Sans"/>
            </a:endParaRPr>
          </a:p>
        </p:txBody>
      </p:sp>
      <p:sp>
        <p:nvSpPr>
          <p:cNvPr id="322" name="Google Shape;322;p11"/>
          <p:cNvSpPr txBox="1"/>
          <p:nvPr/>
        </p:nvSpPr>
        <p:spPr>
          <a:xfrm>
            <a:off x="3848750" y="3276600"/>
            <a:ext cx="16734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KEY INSIGHTS </a:t>
            </a:r>
            <a:endParaRPr b="1">
              <a:latin typeface="Google Sans"/>
              <a:ea typeface="Google Sans"/>
              <a:cs typeface="Google Sans"/>
              <a:sym typeface="Google Sans"/>
            </a:endParaRPr>
          </a:p>
        </p:txBody>
      </p:sp>
      <p:sp>
        <p:nvSpPr>
          <p:cNvPr id="323" name="Google Shape;323;p11"/>
          <p:cNvSpPr txBox="1"/>
          <p:nvPr/>
        </p:nvSpPr>
        <p:spPr>
          <a:xfrm>
            <a:off x="413425" y="1939675"/>
            <a:ext cx="6896100" cy="10275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None/>
            </a:pPr>
            <a:endParaRPr sz="1200">
              <a:solidFill>
                <a:srgbClr val="595959"/>
              </a:solidFill>
              <a:latin typeface="Google Sans"/>
              <a:ea typeface="Google Sans"/>
              <a:cs typeface="Google Sans"/>
              <a:sym typeface="Google Sans"/>
            </a:endParaRPr>
          </a:p>
        </p:txBody>
      </p:sp>
      <p:sp>
        <p:nvSpPr>
          <p:cNvPr id="324" name="Google Shape;324;p11"/>
          <p:cNvSpPr txBox="1"/>
          <p:nvPr/>
        </p:nvSpPr>
        <p:spPr>
          <a:xfrm>
            <a:off x="438138" y="3915350"/>
            <a:ext cx="3108300" cy="2370000"/>
          </a:xfrm>
          <a:prstGeom prst="rect">
            <a:avLst/>
          </a:prstGeom>
          <a:noFill/>
          <a:ln>
            <a:noFill/>
          </a:ln>
        </p:spPr>
        <p:txBody>
          <a:bodyPr spcFirstLastPara="1" wrap="square" lIns="57150" tIns="91425" rIns="91425" bIns="91425" anchor="t" anchorCtr="0">
            <a:normAutofit/>
          </a:bodyPr>
          <a:lstStyle/>
          <a:p>
            <a:pPr marL="0" lvl="0" indent="0" algn="l" rtl="0">
              <a:lnSpc>
                <a:spcPct val="115000"/>
              </a:lnSpc>
              <a:spcBef>
                <a:spcPts val="0"/>
              </a:spcBef>
              <a:spcAft>
                <a:spcPts val="1200"/>
              </a:spcAft>
              <a:buNone/>
            </a:pPr>
            <a:endParaRPr sz="1200">
              <a:solidFill>
                <a:srgbClr val="595959"/>
              </a:solidFill>
              <a:latin typeface="Google Sans"/>
              <a:ea typeface="Google Sans"/>
              <a:cs typeface="Google Sans"/>
              <a:sym typeface="Google Sans"/>
            </a:endParaRPr>
          </a:p>
        </p:txBody>
      </p:sp>
      <p:sp>
        <p:nvSpPr>
          <p:cNvPr id="325" name="Google Shape;325;p11"/>
          <p:cNvSpPr txBox="1"/>
          <p:nvPr/>
        </p:nvSpPr>
        <p:spPr>
          <a:xfrm>
            <a:off x="438150" y="7050750"/>
            <a:ext cx="3108300" cy="2255400"/>
          </a:xfrm>
          <a:prstGeom prst="rect">
            <a:avLst/>
          </a:prstGeom>
          <a:noFill/>
          <a:ln>
            <a:noFill/>
          </a:ln>
        </p:spPr>
        <p:txBody>
          <a:bodyPr spcFirstLastPara="1" wrap="square" lIns="57150" tIns="91425" rIns="91425" bIns="91425" anchor="t" anchorCtr="0">
            <a:normAutofit/>
          </a:bodyPr>
          <a:lstStyle/>
          <a:p>
            <a:pPr marL="0" lvl="0" indent="0" algn="l" rtl="0">
              <a:lnSpc>
                <a:spcPct val="115000"/>
              </a:lnSpc>
              <a:spcBef>
                <a:spcPts val="0"/>
              </a:spcBef>
              <a:spcAft>
                <a:spcPts val="1200"/>
              </a:spcAft>
              <a:buNone/>
            </a:pPr>
            <a:endParaRPr sz="1200">
              <a:solidFill>
                <a:srgbClr val="595959"/>
              </a:solidFill>
              <a:latin typeface="Google Sans"/>
              <a:ea typeface="Google Sans"/>
              <a:cs typeface="Google Sans"/>
              <a:sym typeface="Google Sans"/>
            </a:endParaRPr>
          </a:p>
        </p:txBody>
      </p:sp>
      <p:sp>
        <p:nvSpPr>
          <p:cNvPr id="326" name="Google Shape;326;p11"/>
          <p:cNvSpPr txBox="1"/>
          <p:nvPr/>
        </p:nvSpPr>
        <p:spPr>
          <a:xfrm>
            <a:off x="3905525" y="4039263"/>
            <a:ext cx="3219000" cy="2604300"/>
          </a:xfrm>
          <a:prstGeom prst="rect">
            <a:avLst/>
          </a:prstGeom>
          <a:noFill/>
          <a:ln>
            <a:noFill/>
          </a:ln>
        </p:spPr>
        <p:txBody>
          <a:bodyPr spcFirstLastPara="1" wrap="square" lIns="57150" tIns="91425" rIns="91425" bIns="91425" anchor="t" anchorCtr="0">
            <a:normAutofit/>
          </a:bodyPr>
          <a:lstStyle/>
          <a:p>
            <a:pPr marL="0" lvl="0" indent="0" algn="l" rtl="0">
              <a:lnSpc>
                <a:spcPct val="115000"/>
              </a:lnSpc>
              <a:spcBef>
                <a:spcPts val="0"/>
              </a:spcBef>
              <a:spcAft>
                <a:spcPts val="1200"/>
              </a:spcAft>
              <a:buNone/>
            </a:pPr>
            <a:endParaRPr sz="1200">
              <a:solidFill>
                <a:srgbClr val="595959"/>
              </a:solidFill>
              <a:latin typeface="Google Sans"/>
              <a:ea typeface="Google Sans"/>
              <a:cs typeface="Google Sans"/>
              <a:sym typeface="Google Sans"/>
            </a:endParaRPr>
          </a:p>
        </p:txBody>
      </p:sp>
      <p:sp>
        <p:nvSpPr>
          <p:cNvPr id="327" name="Google Shape;327;p11"/>
          <p:cNvSpPr txBox="1"/>
          <p:nvPr/>
        </p:nvSpPr>
        <p:spPr>
          <a:xfrm>
            <a:off x="4183575" y="9228125"/>
            <a:ext cx="3086700" cy="285000"/>
          </a:xfrm>
          <a:prstGeom prst="rect">
            <a:avLst/>
          </a:prstGeom>
          <a:noFill/>
          <a:ln>
            <a:noFill/>
          </a:ln>
        </p:spPr>
        <p:txBody>
          <a:bodyPr spcFirstLastPara="1" wrap="square" lIns="91425" tIns="91425" rIns="91425" bIns="91425" anchor="t" anchorCtr="0">
            <a:normAutofit fontScale="25000" lnSpcReduction="20000"/>
          </a:bodyPr>
          <a:lstStyle/>
          <a:p>
            <a:pPr marL="0" lvl="0" indent="0" algn="l" rtl="0">
              <a:lnSpc>
                <a:spcPct val="115000"/>
              </a:lnSpc>
              <a:spcBef>
                <a:spcPts val="0"/>
              </a:spcBef>
              <a:spcAft>
                <a:spcPts val="1200"/>
              </a:spcAft>
              <a:buNone/>
            </a:pPr>
            <a:endParaRPr sz="1100" i="1">
              <a:solidFill>
                <a:srgbClr val="595959"/>
              </a:solidFill>
              <a:latin typeface="Google Sans"/>
              <a:ea typeface="Google Sans"/>
              <a:cs typeface="Google Sans"/>
              <a:sym typeface="Google Sans"/>
            </a:endParaRPr>
          </a:p>
        </p:txBody>
      </p:sp>
      <p:sp>
        <p:nvSpPr>
          <p:cNvPr id="328" name="Google Shape;328;p11"/>
          <p:cNvSpPr txBox="1"/>
          <p:nvPr/>
        </p:nvSpPr>
        <p:spPr>
          <a:xfrm>
            <a:off x="159875" y="441000"/>
            <a:ext cx="7458900" cy="5079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spAutoFit/>
          </a:bodyPr>
          <a:lstStyle/>
          <a:p>
            <a:pPr marL="0" lvl="0" indent="0" algn="ctr" rtl="0">
              <a:spcBef>
                <a:spcPts val="0"/>
              </a:spcBef>
              <a:spcAft>
                <a:spcPts val="0"/>
              </a:spcAft>
              <a:buNone/>
            </a:pPr>
            <a:r>
              <a:rPr lang="en" sz="2100" b="1">
                <a:latin typeface="Google Sans"/>
                <a:ea typeface="Google Sans"/>
                <a:cs typeface="Google Sans"/>
                <a:sym typeface="Google Sans"/>
              </a:rPr>
              <a:t>Click here to edit title</a:t>
            </a:r>
            <a:endParaRPr sz="2100" b="1">
              <a:latin typeface="Google Sans"/>
              <a:ea typeface="Google Sans"/>
              <a:cs typeface="Google Sans"/>
              <a:sym typeface="Google Sans"/>
            </a:endParaRPr>
          </a:p>
        </p:txBody>
      </p:sp>
      <p:sp>
        <p:nvSpPr>
          <p:cNvPr id="329" name="Google Shape;329;p11"/>
          <p:cNvSpPr txBox="1"/>
          <p:nvPr/>
        </p:nvSpPr>
        <p:spPr>
          <a:xfrm>
            <a:off x="1763100" y="948050"/>
            <a:ext cx="4246200" cy="369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sz="1200">
                <a:latin typeface="PT Sans Narrow"/>
                <a:ea typeface="PT Sans Narrow"/>
                <a:cs typeface="PT Sans Narrow"/>
                <a:sym typeface="PT Sans Narrow"/>
              </a:rPr>
              <a:t>Click here to edit subtitle</a:t>
            </a:r>
            <a:endParaRPr sz="1200">
              <a:solidFill>
                <a:srgbClr val="000000"/>
              </a:solidFill>
              <a:latin typeface="PT Sans Narrow"/>
              <a:ea typeface="PT Sans Narrow"/>
              <a:cs typeface="PT Sans Narrow"/>
              <a:sym typeface="PT Sans Narrow"/>
            </a:endParaRPr>
          </a:p>
        </p:txBody>
      </p:sp>
      <p:sp>
        <p:nvSpPr>
          <p:cNvPr id="330" name="Google Shape;330;p11"/>
          <p:cNvSpPr>
            <a:spLocks noGrp="1"/>
          </p:cNvSpPr>
          <p:nvPr>
            <p:ph type="pic" idx="2"/>
          </p:nvPr>
        </p:nvSpPr>
        <p:spPr>
          <a:xfrm>
            <a:off x="4076163" y="6199700"/>
            <a:ext cx="3035400" cy="2495700"/>
          </a:xfrm>
          <a:prstGeom prst="rect">
            <a:avLst/>
          </a:prstGeom>
          <a:noFill/>
          <a:ln w="19050" cap="flat" cmpd="sng">
            <a:solidFill>
              <a:srgbClr val="000000"/>
            </a:solidFill>
            <a:prstDash val="solid"/>
            <a:round/>
            <a:headEnd type="none" w="sm" len="sm"/>
            <a:tailEnd type="none" w="sm" len="sm"/>
          </a:ln>
        </p:spPr>
      </p:sp>
      <p:sp>
        <p:nvSpPr>
          <p:cNvPr id="331" name="Google Shape;331;p11"/>
          <p:cNvSpPr txBox="1"/>
          <p:nvPr/>
        </p:nvSpPr>
        <p:spPr>
          <a:xfrm>
            <a:off x="4007763" y="8695400"/>
            <a:ext cx="31722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r>
              <a:rPr lang="en" sz="1100" i="1">
                <a:latin typeface="Lato"/>
                <a:ea typeface="Lato"/>
                <a:cs typeface="Lato"/>
                <a:sym typeface="Lato"/>
              </a:rPr>
              <a:t>Image Alt-Text Here</a:t>
            </a:r>
            <a:endParaRPr sz="1100" i="1">
              <a:solidFill>
                <a:srgbClr val="000000"/>
              </a:solidFill>
              <a:latin typeface="Lato"/>
              <a:ea typeface="Lato"/>
              <a:cs typeface="Lato"/>
              <a:sym typeface="Lato"/>
            </a:endParaRPr>
          </a:p>
        </p:txBody>
      </p:sp>
    </p:spTree>
  </p:cSld>
  <p:clrMapOvr>
    <a:masterClrMapping/>
  </p:clrMapOvr>
  <p:extLst>
    <p:ext uri="{DCECCB84-F9BA-43D5-87BE-67443E8EF086}">
      <p15:sldGuideLst xmlns:p15="http://schemas.microsoft.com/office/powerpoint/2012/main">
        <p15:guide id="1" pos="255">
          <p15:clr>
            <a:srgbClr val="FA7B17"/>
          </p15:clr>
        </p15:guide>
        <p15:guide id="2" orient="horz" pos="2922">
          <p15:clr>
            <a:srgbClr val="FA7B17"/>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Layout 4">
  <p:cSld name="CUSTOM">
    <p:spTree>
      <p:nvGrpSpPr>
        <p:cNvPr id="1" name="Shape 332"/>
        <p:cNvGrpSpPr/>
        <p:nvPr/>
      </p:nvGrpSpPr>
      <p:grpSpPr>
        <a:xfrm>
          <a:off x="0" y="0"/>
          <a:ext cx="0" cy="0"/>
          <a:chOff x="0" y="0"/>
          <a:chExt cx="0" cy="0"/>
        </a:xfrm>
      </p:grpSpPr>
      <p:sp>
        <p:nvSpPr>
          <p:cNvPr id="333" name="Google Shape;333;p12"/>
          <p:cNvSpPr/>
          <p:nvPr/>
        </p:nvSpPr>
        <p:spPr>
          <a:xfrm flipH="1">
            <a:off x="2748900" y="9168075"/>
            <a:ext cx="5023500" cy="890400"/>
          </a:xfrm>
          <a:prstGeom prst="rtTriangle">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latin typeface="Google Sans"/>
              <a:ea typeface="Google Sans"/>
              <a:cs typeface="Google Sans"/>
              <a:sym typeface="Google Sans"/>
            </a:endParaRPr>
          </a:p>
        </p:txBody>
      </p:sp>
      <p:sp>
        <p:nvSpPr>
          <p:cNvPr id="334" name="Google Shape;334;p12"/>
          <p:cNvSpPr/>
          <p:nvPr/>
        </p:nvSpPr>
        <p:spPr>
          <a:xfrm>
            <a:off x="0" y="9168075"/>
            <a:ext cx="4138800" cy="890400"/>
          </a:xfrm>
          <a:prstGeom prst="rtTriangle">
            <a:avLst/>
          </a:prstGeom>
          <a:solidFill>
            <a:srgbClr val="DB4437"/>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latin typeface="Google Sans"/>
              <a:ea typeface="Google Sans"/>
              <a:cs typeface="Google Sans"/>
              <a:sym typeface="Google Sans"/>
            </a:endParaRPr>
          </a:p>
        </p:txBody>
      </p:sp>
      <p:grpSp>
        <p:nvGrpSpPr>
          <p:cNvPr id="335" name="Google Shape;335;p12"/>
          <p:cNvGrpSpPr/>
          <p:nvPr/>
        </p:nvGrpSpPr>
        <p:grpSpPr>
          <a:xfrm>
            <a:off x="95351" y="1392509"/>
            <a:ext cx="7581691" cy="5901"/>
            <a:chOff x="1890075" y="5241175"/>
            <a:chExt cx="4240556" cy="257700"/>
          </a:xfrm>
        </p:grpSpPr>
        <p:sp>
          <p:nvSpPr>
            <p:cNvPr id="336" name="Google Shape;336;p1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337" name="Google Shape;337;p1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338" name="Google Shape;338;p1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339" name="Google Shape;339;p1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340" name="Google Shape;340;p12"/>
          <p:cNvGrpSpPr/>
          <p:nvPr/>
        </p:nvGrpSpPr>
        <p:grpSpPr>
          <a:xfrm>
            <a:off x="95351" y="4542984"/>
            <a:ext cx="7581691" cy="5901"/>
            <a:chOff x="1890075" y="5241175"/>
            <a:chExt cx="4240556" cy="257700"/>
          </a:xfrm>
        </p:grpSpPr>
        <p:sp>
          <p:nvSpPr>
            <p:cNvPr id="341" name="Google Shape;341;p1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342" name="Google Shape;342;p1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343" name="Google Shape;343;p1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344" name="Google Shape;344;p1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345" name="Google Shape;345;p12"/>
          <p:cNvSpPr/>
          <p:nvPr/>
        </p:nvSpPr>
        <p:spPr>
          <a:xfrm>
            <a:off x="432000" y="1624350"/>
            <a:ext cx="1598400" cy="269100"/>
          </a:xfrm>
          <a:prstGeom prst="rect">
            <a:avLst/>
          </a:prstGeom>
          <a:solidFill>
            <a:srgbClr val="4285F4"/>
          </a:solidFill>
          <a:ln w="9525" cap="flat" cmpd="sng">
            <a:solidFill>
              <a:srgbClr val="4285F4"/>
            </a:solidFill>
            <a:prstDash val="solid"/>
            <a:round/>
            <a:headEnd type="none" w="sm" len="sm"/>
            <a:tailEnd type="none" w="sm" len="sm"/>
          </a:ln>
          <a:effectLst>
            <a:outerShdw blurRad="57150" dist="19050" dir="5400000" algn="bl" rotWithShape="0">
              <a:srgbClr val="EEEEEE">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Overview </a:t>
            </a:r>
            <a:endParaRPr b="1">
              <a:solidFill>
                <a:srgbClr val="000000"/>
              </a:solidFill>
              <a:latin typeface="Google Sans"/>
              <a:ea typeface="Google Sans"/>
              <a:cs typeface="Google Sans"/>
              <a:sym typeface="Google Sans"/>
            </a:endParaRPr>
          </a:p>
        </p:txBody>
      </p:sp>
      <p:sp>
        <p:nvSpPr>
          <p:cNvPr id="346" name="Google Shape;346;p12"/>
          <p:cNvSpPr/>
          <p:nvPr/>
        </p:nvSpPr>
        <p:spPr>
          <a:xfrm>
            <a:off x="432000" y="2620004"/>
            <a:ext cx="1598400" cy="2850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Problem</a:t>
            </a:r>
            <a:endParaRPr b="1">
              <a:solidFill>
                <a:srgbClr val="000000"/>
              </a:solidFill>
              <a:latin typeface="Google Sans"/>
              <a:ea typeface="Google Sans"/>
              <a:cs typeface="Google Sans"/>
              <a:sym typeface="Google Sans"/>
            </a:endParaRPr>
          </a:p>
        </p:txBody>
      </p:sp>
      <p:sp>
        <p:nvSpPr>
          <p:cNvPr id="347" name="Google Shape;347;p12"/>
          <p:cNvSpPr/>
          <p:nvPr/>
        </p:nvSpPr>
        <p:spPr>
          <a:xfrm>
            <a:off x="432000" y="3615673"/>
            <a:ext cx="1598400" cy="2691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Solution</a:t>
            </a:r>
            <a:endParaRPr b="1">
              <a:solidFill>
                <a:srgbClr val="000000"/>
              </a:solidFill>
              <a:latin typeface="Google Sans"/>
              <a:ea typeface="Google Sans"/>
              <a:cs typeface="Google Sans"/>
              <a:sym typeface="Google Sans"/>
            </a:endParaRPr>
          </a:p>
        </p:txBody>
      </p:sp>
      <p:sp>
        <p:nvSpPr>
          <p:cNvPr id="348" name="Google Shape;348;p12"/>
          <p:cNvSpPr/>
          <p:nvPr/>
        </p:nvSpPr>
        <p:spPr>
          <a:xfrm>
            <a:off x="432000" y="4676196"/>
            <a:ext cx="1598400" cy="2850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Details </a:t>
            </a:r>
            <a:endParaRPr b="1">
              <a:solidFill>
                <a:srgbClr val="000000"/>
              </a:solidFill>
              <a:latin typeface="Google Sans"/>
              <a:ea typeface="Google Sans"/>
              <a:cs typeface="Google Sans"/>
              <a:sym typeface="Google Sans"/>
            </a:endParaRPr>
          </a:p>
        </p:txBody>
      </p:sp>
      <p:sp>
        <p:nvSpPr>
          <p:cNvPr id="349" name="Google Shape;349;p12"/>
          <p:cNvSpPr/>
          <p:nvPr/>
        </p:nvSpPr>
        <p:spPr>
          <a:xfrm>
            <a:off x="432000" y="8296570"/>
            <a:ext cx="1598400" cy="2691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Next Steps </a:t>
            </a:r>
            <a:endParaRPr b="1">
              <a:solidFill>
                <a:srgbClr val="000000"/>
              </a:solidFill>
              <a:latin typeface="Google Sans"/>
              <a:ea typeface="Google Sans"/>
              <a:cs typeface="Google Sans"/>
              <a:sym typeface="Google Sans"/>
            </a:endParaRPr>
          </a:p>
        </p:txBody>
      </p:sp>
      <p:grpSp>
        <p:nvGrpSpPr>
          <p:cNvPr id="350" name="Google Shape;350;p12"/>
          <p:cNvGrpSpPr/>
          <p:nvPr/>
        </p:nvGrpSpPr>
        <p:grpSpPr>
          <a:xfrm>
            <a:off x="95351" y="8200359"/>
            <a:ext cx="7581691" cy="5901"/>
            <a:chOff x="1890075" y="5241175"/>
            <a:chExt cx="4240556" cy="257700"/>
          </a:xfrm>
        </p:grpSpPr>
        <p:sp>
          <p:nvSpPr>
            <p:cNvPr id="351" name="Google Shape;351;p1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352" name="Google Shape;352;p1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353" name="Google Shape;353;p1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354" name="Google Shape;354;p1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355" name="Google Shape;355;p12"/>
          <p:cNvSpPr txBox="1"/>
          <p:nvPr/>
        </p:nvSpPr>
        <p:spPr>
          <a:xfrm>
            <a:off x="159875" y="441000"/>
            <a:ext cx="7458900" cy="5079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spAutoFit/>
          </a:bodyPr>
          <a:lstStyle/>
          <a:p>
            <a:pPr marL="0" lvl="0" indent="0" algn="ctr" rtl="0">
              <a:spcBef>
                <a:spcPts val="0"/>
              </a:spcBef>
              <a:spcAft>
                <a:spcPts val="0"/>
              </a:spcAft>
              <a:buNone/>
            </a:pPr>
            <a:r>
              <a:rPr lang="en" sz="2100" b="1">
                <a:latin typeface="Google Sans"/>
                <a:ea typeface="Google Sans"/>
                <a:cs typeface="Google Sans"/>
                <a:sym typeface="Google Sans"/>
              </a:rPr>
              <a:t>Click here to edit title</a:t>
            </a:r>
            <a:endParaRPr sz="2100" b="1">
              <a:latin typeface="Google Sans"/>
              <a:ea typeface="Google Sans"/>
              <a:cs typeface="Google Sans"/>
              <a:sym typeface="Google Sans"/>
            </a:endParaRPr>
          </a:p>
        </p:txBody>
      </p:sp>
      <p:sp>
        <p:nvSpPr>
          <p:cNvPr id="356" name="Google Shape;356;p12"/>
          <p:cNvSpPr txBox="1"/>
          <p:nvPr/>
        </p:nvSpPr>
        <p:spPr>
          <a:xfrm>
            <a:off x="1763100" y="948050"/>
            <a:ext cx="4246200" cy="369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sz="1200">
                <a:latin typeface="PT Sans Narrow"/>
                <a:ea typeface="PT Sans Narrow"/>
                <a:cs typeface="PT Sans Narrow"/>
                <a:sym typeface="PT Sans Narrow"/>
              </a:rPr>
              <a:t>Click here to edit subtitle</a:t>
            </a:r>
            <a:endParaRPr sz="1200">
              <a:solidFill>
                <a:srgbClr val="000000"/>
              </a:solidFill>
              <a:latin typeface="PT Sans Narrow"/>
              <a:ea typeface="PT Sans Narrow"/>
              <a:cs typeface="PT Sans Narrow"/>
              <a:sym typeface="PT Sans Narrow"/>
            </a:endParaRPr>
          </a:p>
        </p:txBody>
      </p:sp>
      <p:sp>
        <p:nvSpPr>
          <p:cNvPr id="357" name="Google Shape;357;p12"/>
          <p:cNvSpPr>
            <a:spLocks noGrp="1"/>
          </p:cNvSpPr>
          <p:nvPr>
            <p:ph type="pic" idx="2"/>
          </p:nvPr>
        </p:nvSpPr>
        <p:spPr>
          <a:xfrm>
            <a:off x="4394725" y="4961200"/>
            <a:ext cx="3035400" cy="2495700"/>
          </a:xfrm>
          <a:prstGeom prst="rect">
            <a:avLst/>
          </a:prstGeom>
          <a:noFill/>
          <a:ln w="19050" cap="flat" cmpd="sng">
            <a:solidFill>
              <a:srgbClr val="000000"/>
            </a:solidFill>
            <a:prstDash val="solid"/>
            <a:round/>
            <a:headEnd type="none" w="sm" len="sm"/>
            <a:tailEnd type="none" w="sm" len="sm"/>
          </a:ln>
        </p:spPr>
      </p:sp>
      <p:sp>
        <p:nvSpPr>
          <p:cNvPr id="358" name="Google Shape;358;p12"/>
          <p:cNvSpPr txBox="1"/>
          <p:nvPr/>
        </p:nvSpPr>
        <p:spPr>
          <a:xfrm>
            <a:off x="4326325" y="7456900"/>
            <a:ext cx="31722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r>
              <a:rPr lang="en" sz="1100" i="1">
                <a:latin typeface="Lato"/>
                <a:ea typeface="Lato"/>
                <a:cs typeface="Lato"/>
                <a:sym typeface="Lato"/>
              </a:rPr>
              <a:t>Image Alt-Text Here</a:t>
            </a:r>
            <a:endParaRPr sz="1100" i="1">
              <a:solidFill>
                <a:srgbClr val="000000"/>
              </a:solidFill>
              <a:latin typeface="Lato"/>
              <a:ea typeface="Lato"/>
              <a:cs typeface="Lato"/>
              <a:sym typeface="Lato"/>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DO NOT USE ">
  <p:cSld name="TITLE_2_1">
    <p:spTree>
      <p:nvGrpSpPr>
        <p:cNvPr id="1" name="Shape 359"/>
        <p:cNvGrpSpPr/>
        <p:nvPr/>
      </p:nvGrpSpPr>
      <p:grpSpPr>
        <a:xfrm>
          <a:off x="0" y="0"/>
          <a:ext cx="0" cy="0"/>
          <a:chOff x="0" y="0"/>
          <a:chExt cx="0" cy="0"/>
        </a:xfrm>
      </p:grpSpPr>
      <p:sp>
        <p:nvSpPr>
          <p:cNvPr id="360" name="Google Shape;360;p13"/>
          <p:cNvSpPr txBox="1"/>
          <p:nvPr/>
        </p:nvSpPr>
        <p:spPr>
          <a:xfrm>
            <a:off x="3993321" y="9367991"/>
            <a:ext cx="3693900" cy="7344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600">
                <a:solidFill>
                  <a:srgbClr val="FFFFFF"/>
                </a:solidFill>
                <a:latin typeface="Roboto"/>
                <a:ea typeface="Roboto"/>
                <a:cs typeface="Roboto"/>
                <a:sym typeface="Roboto"/>
              </a:rPr>
              <a:t>Source:  Lorem ipsum dolor sit amet, consectetur adipiscing elit. Duis non erat sem</a:t>
            </a:r>
            <a:endParaRPr sz="600">
              <a:solidFill>
                <a:srgbClr val="FFFFFF"/>
              </a:solidFill>
              <a:latin typeface="Roboto"/>
              <a:ea typeface="Roboto"/>
              <a:cs typeface="Roboto"/>
              <a:sym typeface="Roboto"/>
            </a:endParaRPr>
          </a:p>
        </p:txBody>
      </p:sp>
      <p:grpSp>
        <p:nvGrpSpPr>
          <p:cNvPr id="361" name="Google Shape;361;p13"/>
          <p:cNvGrpSpPr/>
          <p:nvPr/>
        </p:nvGrpSpPr>
        <p:grpSpPr>
          <a:xfrm>
            <a:off x="-16250" y="9048087"/>
            <a:ext cx="7804900" cy="1072407"/>
            <a:chOff x="-19118" y="4617750"/>
            <a:chExt cx="9182236" cy="548378"/>
          </a:xfrm>
        </p:grpSpPr>
        <p:sp>
          <p:nvSpPr>
            <p:cNvPr id="362" name="Google Shape;362;p13"/>
            <p:cNvSpPr/>
            <p:nvPr/>
          </p:nvSpPr>
          <p:spPr>
            <a:xfrm flipH="1">
              <a:off x="19244" y="4617750"/>
              <a:ext cx="9143874" cy="548378"/>
            </a:xfrm>
            <a:custGeom>
              <a:avLst/>
              <a:gdLst/>
              <a:ahLst/>
              <a:cxnLst/>
              <a:rect l="l" t="t" r="r" b="b"/>
              <a:pathLst>
                <a:path w="367556" h="19840" extrusionOk="0">
                  <a:moveTo>
                    <a:pt x="0" y="19840"/>
                  </a:moveTo>
                  <a:lnTo>
                    <a:pt x="515" y="0"/>
                  </a:lnTo>
                  <a:lnTo>
                    <a:pt x="367556" y="11270"/>
                  </a:lnTo>
                  <a:lnTo>
                    <a:pt x="367044" y="18698"/>
                  </a:lnTo>
                  <a:close/>
                </a:path>
              </a:pathLst>
            </a:custGeom>
            <a:solidFill>
              <a:srgbClr val="4069DD"/>
            </a:solidFill>
            <a:ln>
              <a:noFill/>
            </a:ln>
          </p:spPr>
        </p:sp>
        <p:sp>
          <p:nvSpPr>
            <p:cNvPr id="363" name="Google Shape;363;p13"/>
            <p:cNvSpPr/>
            <p:nvPr/>
          </p:nvSpPr>
          <p:spPr>
            <a:xfrm flipH="1">
              <a:off x="-19118" y="4677825"/>
              <a:ext cx="4769786" cy="473975"/>
            </a:xfrm>
            <a:custGeom>
              <a:avLst/>
              <a:gdLst/>
              <a:ahLst/>
              <a:cxnLst/>
              <a:rect l="l" t="t" r="r" b="b"/>
              <a:pathLst>
                <a:path w="366343" h="18959" extrusionOk="0">
                  <a:moveTo>
                    <a:pt x="0" y="18521"/>
                  </a:moveTo>
                  <a:lnTo>
                    <a:pt x="366343" y="0"/>
                  </a:lnTo>
                  <a:lnTo>
                    <a:pt x="366052" y="18959"/>
                  </a:lnTo>
                  <a:close/>
                </a:path>
              </a:pathLst>
            </a:custGeom>
            <a:solidFill>
              <a:srgbClr val="448AFF"/>
            </a:solidFill>
            <a:ln>
              <a:noFill/>
            </a:ln>
          </p:spPr>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 DO NOT USE">
  <p:cSld name="CUSTOM_1">
    <p:spTree>
      <p:nvGrpSpPr>
        <p:cNvPr id="1" name="Shape 36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9.xml"/><Relationship Id="rId7" Type="http://schemas.openxmlformats.org/officeDocument/2006/relationships/theme" Target="../theme/theme2.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5" Type="http://schemas.openxmlformats.org/officeDocument/2006/relationships/slideLayout" Target="../slideLayouts/slideLayout11.xml"/><Relationship Id="rId4"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Font typeface="Google Sans SemiBold"/>
              <a:buNone/>
              <a:defRPr sz="2800">
                <a:solidFill>
                  <a:schemeClr val="dk1"/>
                </a:solidFill>
                <a:latin typeface="Google Sans SemiBold"/>
                <a:ea typeface="Google Sans SemiBold"/>
                <a:cs typeface="Google Sans SemiBold"/>
                <a:sym typeface="Google Sans SemiBold"/>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Google Sans"/>
              <a:buChar char="●"/>
              <a:defRPr sz="1800">
                <a:solidFill>
                  <a:schemeClr val="dk2"/>
                </a:solidFill>
                <a:latin typeface="Google Sans"/>
                <a:ea typeface="Google Sans"/>
                <a:cs typeface="Google Sans"/>
                <a:sym typeface="Google Sans"/>
              </a:defRPr>
            </a:lvl1pPr>
            <a:lvl2pPr marL="914400" lvl="1"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2pPr>
            <a:lvl3pPr marL="1371600" lvl="2"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3pPr>
            <a:lvl4pPr marL="1828800" lvl="3"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4pPr>
            <a:lvl5pPr marL="2286000" lvl="4"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5pPr>
            <a:lvl6pPr marL="2743200" lvl="5"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6pPr>
            <a:lvl7pPr marL="3200400" lvl="6"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7pPr>
            <a:lvl8pPr marL="3657600" lvl="7"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8pPr>
            <a:lvl9pPr marL="4114800" lvl="8"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9pPr>
          </a:lstStyle>
          <a:p>
            <a:endParaRPr/>
          </a:p>
        </p:txBody>
      </p:sp>
      <p:sp>
        <p:nvSpPr>
          <p:cNvPr id="8" name="Google Shape;8;p1"/>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9" name="Google Shape;9;p1"/>
          <p:cNvSpPr txBox="1"/>
          <p:nvPr/>
        </p:nvSpPr>
        <p:spPr>
          <a:xfrm>
            <a:off x="3247350" y="1195375"/>
            <a:ext cx="4498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solidFill>
                <a:schemeClr val="dk2"/>
              </a:solidFil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186"/>
        <p:cNvGrpSpPr/>
        <p:nvPr/>
      </p:nvGrpSpPr>
      <p:grpSpPr>
        <a:xfrm>
          <a:off x="0" y="0"/>
          <a:ext cx="0" cy="0"/>
          <a:chOff x="0" y="0"/>
          <a:chExt cx="0" cy="0"/>
        </a:xfrm>
      </p:grpSpPr>
      <p:sp>
        <p:nvSpPr>
          <p:cNvPr id="187" name="Google Shape;187;p8"/>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Font typeface="Google Sans SemiBold"/>
              <a:buNone/>
              <a:defRPr sz="2800">
                <a:solidFill>
                  <a:schemeClr val="dk1"/>
                </a:solidFill>
                <a:latin typeface="Google Sans SemiBold"/>
                <a:ea typeface="Google Sans SemiBold"/>
                <a:cs typeface="Google Sans SemiBold"/>
                <a:sym typeface="Google Sans SemiBold"/>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188" name="Google Shape;188;p8"/>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Google Sans"/>
              <a:buChar char="●"/>
              <a:defRPr sz="1800">
                <a:solidFill>
                  <a:schemeClr val="dk2"/>
                </a:solidFill>
                <a:latin typeface="Google Sans"/>
                <a:ea typeface="Google Sans"/>
                <a:cs typeface="Google Sans"/>
                <a:sym typeface="Google Sans"/>
              </a:defRPr>
            </a:lvl1pPr>
            <a:lvl2pPr marL="914400" lvl="1"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2pPr>
            <a:lvl3pPr marL="1371600" lvl="2"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3pPr>
            <a:lvl4pPr marL="1828800" lvl="3"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4pPr>
            <a:lvl5pPr marL="2286000" lvl="4"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5pPr>
            <a:lvl6pPr marL="2743200" lvl="5"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6pPr>
            <a:lvl7pPr marL="3200400" lvl="6"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7pPr>
            <a:lvl8pPr marL="3657600" lvl="7"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8pPr>
            <a:lvl9pPr marL="4114800" lvl="8"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9pPr>
          </a:lstStyle>
          <a:p>
            <a:endParaRPr/>
          </a:p>
        </p:txBody>
      </p:sp>
      <p:sp>
        <p:nvSpPr>
          <p:cNvPr id="189" name="Google Shape;189;p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190" name="Google Shape;190;p8"/>
          <p:cNvSpPr txBox="1"/>
          <p:nvPr/>
        </p:nvSpPr>
        <p:spPr>
          <a:xfrm>
            <a:off x="3247350" y="1195375"/>
            <a:ext cx="4498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solidFill>
                <a:schemeClr val="dk2"/>
              </a:solidFill>
            </a:endParaRPr>
          </a:p>
        </p:txBody>
      </p:sp>
    </p:spTree>
  </p:cSld>
  <p:clrMap bg1="lt1" tx1="dk1" bg2="dk2" tx2="lt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8.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69" name="Google Shape;369;p15"/>
          <p:cNvSpPr txBox="1"/>
          <p:nvPr/>
        </p:nvSpPr>
        <p:spPr>
          <a:xfrm>
            <a:off x="475950" y="7964225"/>
            <a:ext cx="5505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solidFill>
                <a:schemeClr val="dk2"/>
              </a:solidFill>
              <a:latin typeface="Google Sans"/>
              <a:ea typeface="Google Sans"/>
              <a:cs typeface="Google Sans"/>
              <a:sym typeface="Google Sans"/>
            </a:endParaRPr>
          </a:p>
        </p:txBody>
      </p:sp>
      <p:sp>
        <p:nvSpPr>
          <p:cNvPr id="370" name="Google Shape;370;p15"/>
          <p:cNvSpPr txBox="1"/>
          <p:nvPr/>
        </p:nvSpPr>
        <p:spPr>
          <a:xfrm>
            <a:off x="159875" y="60000"/>
            <a:ext cx="7458900" cy="736069"/>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spAutoFit/>
          </a:bodyPr>
          <a:lstStyle/>
          <a:p>
            <a:pPr algn="ctr">
              <a:lnSpc>
                <a:spcPts val="4320"/>
              </a:lnSpc>
            </a:pPr>
            <a:r>
              <a:rPr lang="en-GB" sz="2400" b="1" dirty="0">
                <a:solidFill>
                  <a:schemeClr val="tx1"/>
                </a:solidFill>
                <a:latin typeface="Poppins"/>
              </a:rPr>
              <a:t>Finnish </a:t>
            </a:r>
            <a:r>
              <a:rPr lang="en-GB" sz="2400" b="1" dirty="0" err="1">
                <a:solidFill>
                  <a:schemeClr val="tx1"/>
                </a:solidFill>
                <a:latin typeface="Poppins"/>
              </a:rPr>
              <a:t>Liiga</a:t>
            </a:r>
            <a:r>
              <a:rPr lang="en-GB" sz="2400" b="1" dirty="0">
                <a:solidFill>
                  <a:schemeClr val="tx1"/>
                </a:solidFill>
                <a:latin typeface="Poppins"/>
              </a:rPr>
              <a:t> Match Classification Project</a:t>
            </a:r>
          </a:p>
        </p:txBody>
      </p:sp>
      <p:sp>
        <p:nvSpPr>
          <p:cNvPr id="371" name="Google Shape;371;p15"/>
          <p:cNvSpPr txBox="1"/>
          <p:nvPr/>
        </p:nvSpPr>
        <p:spPr>
          <a:xfrm>
            <a:off x="1794525" y="545713"/>
            <a:ext cx="4246200" cy="369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sz="1200" dirty="0">
                <a:latin typeface="PT Sans Narrow"/>
                <a:ea typeface="PT Sans Narrow"/>
                <a:cs typeface="PT Sans Narrow"/>
                <a:sym typeface="PT Sans Narrow"/>
              </a:rPr>
              <a:t>Exploratory Data Analysis (EDA) - Executive Summary</a:t>
            </a:r>
            <a:endParaRPr sz="1200" dirty="0">
              <a:solidFill>
                <a:srgbClr val="000000"/>
              </a:solidFill>
              <a:latin typeface="PT Sans Narrow"/>
              <a:ea typeface="PT Sans Narrow"/>
              <a:cs typeface="PT Sans Narrow"/>
              <a:sym typeface="PT Sans Narrow"/>
            </a:endParaRPr>
          </a:p>
        </p:txBody>
      </p:sp>
      <p:sp>
        <p:nvSpPr>
          <p:cNvPr id="372" name="Google Shape;372;p15"/>
          <p:cNvSpPr txBox="1"/>
          <p:nvPr/>
        </p:nvSpPr>
        <p:spPr>
          <a:xfrm>
            <a:off x="269925" y="1099831"/>
            <a:ext cx="2729100" cy="1800463"/>
          </a:xfrm>
          <a:prstGeom prst="rect">
            <a:avLst/>
          </a:prstGeom>
          <a:noFill/>
          <a:ln>
            <a:noFill/>
          </a:ln>
        </p:spPr>
        <p:txBody>
          <a:bodyPr spcFirstLastPara="1" wrap="square" lIns="91425" tIns="91425" rIns="91425" bIns="91425" anchor="t" anchorCtr="0">
            <a:spAutoFit/>
          </a:bodyPr>
          <a:lstStyle/>
          <a:p>
            <a:pPr lvl="0"/>
            <a:r>
              <a:rPr lang="en-FI" sz="1050" dirty="0"/>
              <a:t>The objective of this project is to develop a machine learning model to predict match outcomes (home wins versus away wins / OT losses) for the Finnish </a:t>
            </a:r>
            <a:r>
              <a:rPr lang="en-FI" sz="1050" dirty="0" err="1"/>
              <a:t>Liiga</a:t>
            </a:r>
            <a:r>
              <a:rPr lang="en-FI" sz="1050" dirty="0"/>
              <a:t>. In this phase of the project, the raw match dataset needs to be thoroughly explored, cleaned, and structured to identify key statistical distributions, missing values, and potential outliers prior to any predictive model building.</a:t>
            </a:r>
            <a:endParaRPr sz="1050" dirty="0">
              <a:solidFill>
                <a:schemeClr val="dk1"/>
              </a:solidFill>
              <a:latin typeface="Google Sans"/>
              <a:ea typeface="Google Sans"/>
              <a:cs typeface="Google Sans"/>
              <a:sym typeface="Google Sans"/>
            </a:endParaRPr>
          </a:p>
        </p:txBody>
      </p:sp>
      <p:sp>
        <p:nvSpPr>
          <p:cNvPr id="373" name="Google Shape;373;p15"/>
          <p:cNvSpPr txBox="1"/>
          <p:nvPr/>
        </p:nvSpPr>
        <p:spPr>
          <a:xfrm>
            <a:off x="282275" y="2990333"/>
            <a:ext cx="2729100" cy="2608376"/>
          </a:xfrm>
          <a:prstGeom prst="rect">
            <a:avLst/>
          </a:prstGeom>
          <a:noFill/>
          <a:ln>
            <a:noFill/>
          </a:ln>
        </p:spPr>
        <p:txBody>
          <a:bodyPr spcFirstLastPara="1" wrap="square" lIns="91425" tIns="91425" rIns="91425" bIns="91425" anchor="t" anchorCtr="0">
            <a:spAutoFit/>
          </a:bodyPr>
          <a:lstStyle/>
          <a:p>
            <a:r>
              <a:rPr lang="en-FI" sz="1050" dirty="0"/>
              <a:t>Exploratory data analysis (EDA) was conducted at this stage to understand the impact of match dynamics on team performance and game outcomes. To do so, the data team </a:t>
            </a:r>
            <a:r>
              <a:rPr lang="en-FI" sz="1050" dirty="0" err="1"/>
              <a:t>analyzed</a:t>
            </a:r>
            <a:r>
              <a:rPr lang="en-FI" sz="1050" dirty="0"/>
              <a:t> variables that showcase attacking performance: </a:t>
            </a:r>
            <a:r>
              <a:rPr lang="en-FI" sz="1050" b="1" dirty="0"/>
              <a:t>home goals</a:t>
            </a:r>
            <a:r>
              <a:rPr lang="en-FI" sz="1050" dirty="0"/>
              <a:t> and </a:t>
            </a:r>
            <a:r>
              <a:rPr lang="en-FI" sz="1050" b="1" dirty="0"/>
              <a:t>expected goals (</a:t>
            </a:r>
            <a:r>
              <a:rPr lang="en-FI" sz="1050" b="1" dirty="0" err="1"/>
              <a:t>xG</a:t>
            </a:r>
            <a:r>
              <a:rPr lang="en-FI" sz="1050" b="1" dirty="0"/>
              <a:t>)</a:t>
            </a:r>
            <a:r>
              <a:rPr lang="en-FI" sz="1050" dirty="0"/>
              <a:t>.</a:t>
            </a:r>
          </a:p>
          <a:p>
            <a:r>
              <a:rPr lang="en-FI" sz="1050" dirty="0"/>
              <a:t>According to the findings from the exploratory data analysis, the future match outcome classification model will need to account for </a:t>
            </a:r>
            <a:r>
              <a:rPr lang="en-FI" sz="1050" b="1" dirty="0"/>
              <a:t>null values (missing </a:t>
            </a:r>
            <a:r>
              <a:rPr lang="en-FI" sz="1050" b="1" dirty="0" err="1"/>
              <a:t>xG</a:t>
            </a:r>
            <a:r>
              <a:rPr lang="en-FI" sz="1050" b="1" dirty="0"/>
              <a:t> data)</a:t>
            </a:r>
            <a:r>
              <a:rPr lang="en-FI" sz="1050" dirty="0"/>
              <a:t> and </a:t>
            </a:r>
            <a:r>
              <a:rPr lang="en-FI" sz="1050" b="1" dirty="0"/>
              <a:t>skewed scoring distributions</a:t>
            </a:r>
            <a:r>
              <a:rPr lang="en-FI" sz="1050" dirty="0"/>
              <a:t> by incorporating proper data imputation and feature engineering into the model parameters.</a:t>
            </a:r>
          </a:p>
        </p:txBody>
      </p:sp>
      <p:sp>
        <p:nvSpPr>
          <p:cNvPr id="374" name="Google Shape;374;p15"/>
          <p:cNvSpPr txBox="1"/>
          <p:nvPr/>
        </p:nvSpPr>
        <p:spPr>
          <a:xfrm>
            <a:off x="282275" y="5633043"/>
            <a:ext cx="2729100" cy="1877407"/>
          </a:xfrm>
          <a:prstGeom prst="rect">
            <a:avLst/>
          </a:prstGeom>
          <a:noFill/>
          <a:ln>
            <a:noFill/>
          </a:ln>
        </p:spPr>
        <p:txBody>
          <a:bodyPr spcFirstLastPara="1" wrap="square" lIns="91425" tIns="91425" rIns="91425" bIns="91425" anchor="t" anchorCtr="0">
            <a:spAutoFit/>
          </a:bodyPr>
          <a:lstStyle/>
          <a:p>
            <a:pPr lvl="0"/>
            <a:r>
              <a:rPr lang="en-FI" sz="1000" b="1" dirty="0"/>
              <a:t>Data is Balanced:</a:t>
            </a:r>
            <a:r>
              <a:rPr lang="en-FI" sz="1000" dirty="0"/>
              <a:t> Home teams win 53% of games and lose 47%. This almost 50/50 split means our model can learn easily without any complex data adjustments.</a:t>
            </a:r>
          </a:p>
          <a:p>
            <a:pPr lvl="0"/>
            <a:r>
              <a:rPr lang="en-FI" sz="1000" b="1" dirty="0"/>
              <a:t>High-Scoring Games are Real:</a:t>
            </a:r>
            <a:r>
              <a:rPr lang="en-FI" sz="1000" dirty="0"/>
              <a:t> Matches with 6+ goals are real blowout wins, not typos or errors. Our model needs to accept these high scores as normal hockey games.</a:t>
            </a:r>
          </a:p>
          <a:p>
            <a:pPr lvl="0"/>
            <a:r>
              <a:rPr lang="en-FI" sz="1000" b="1" dirty="0"/>
              <a:t>Ready for </a:t>
            </a:r>
            <a:r>
              <a:rPr lang="en-FI" sz="1000" b="1" dirty="0" err="1"/>
              <a:t>Modeling</a:t>
            </a:r>
            <a:r>
              <a:rPr lang="en-FI" sz="1000" b="1" dirty="0"/>
              <a:t>:</a:t>
            </a:r>
            <a:r>
              <a:rPr lang="en-FI" sz="1000" dirty="0"/>
              <a:t> Once we clean up the 32 missing </a:t>
            </a:r>
            <a:r>
              <a:rPr lang="en-FI" sz="1000" dirty="0" err="1"/>
              <a:t>xG</a:t>
            </a:r>
            <a:r>
              <a:rPr lang="en-FI" sz="1000" dirty="0"/>
              <a:t> values, the dataset is 100% ready for building our prediction models.</a:t>
            </a:r>
          </a:p>
        </p:txBody>
      </p:sp>
      <p:sp>
        <p:nvSpPr>
          <p:cNvPr id="375" name="Google Shape;375;p15"/>
          <p:cNvSpPr txBox="1"/>
          <p:nvPr/>
        </p:nvSpPr>
        <p:spPr>
          <a:xfrm>
            <a:off x="282275" y="7795000"/>
            <a:ext cx="6807900" cy="738633"/>
          </a:xfrm>
          <a:prstGeom prst="rect">
            <a:avLst/>
          </a:prstGeom>
          <a:noFill/>
          <a:ln>
            <a:noFill/>
          </a:ln>
        </p:spPr>
        <p:txBody>
          <a:bodyPr spcFirstLastPara="1" wrap="square" lIns="91425" tIns="91425" rIns="91425" bIns="91425" anchor="t" anchorCtr="0">
            <a:spAutoFit/>
          </a:bodyPr>
          <a:lstStyle/>
          <a:p>
            <a:pPr lvl="0"/>
            <a:r>
              <a:rPr lang="en-FI" sz="1200" dirty="0"/>
              <a:t>The exploratory data analysis conducted from the </a:t>
            </a:r>
            <a:r>
              <a:rPr lang="en-FI" sz="1200" dirty="0" err="1"/>
              <a:t>Liiga</a:t>
            </a:r>
            <a:r>
              <a:rPr lang="en-FI" sz="1200" dirty="0"/>
              <a:t> data team revealed many considerations for the classification model, including missing values, "home wins" to "away wins / OT" balance, and overall distribution of data variables. The two key insights from this analysis were:</a:t>
            </a:r>
            <a:endParaRPr sz="1200" dirty="0">
              <a:solidFill>
                <a:schemeClr val="dk1"/>
              </a:solidFill>
              <a:latin typeface="Google Sans"/>
              <a:ea typeface="Google Sans"/>
              <a:cs typeface="Google Sans"/>
              <a:sym typeface="Google Sans"/>
            </a:endParaRPr>
          </a:p>
        </p:txBody>
      </p:sp>
      <p:sp>
        <p:nvSpPr>
          <p:cNvPr id="376" name="Google Shape;376;p15"/>
          <p:cNvSpPr txBox="1"/>
          <p:nvPr/>
        </p:nvSpPr>
        <p:spPr>
          <a:xfrm>
            <a:off x="2985850" y="972250"/>
            <a:ext cx="4804800" cy="285000"/>
          </a:xfrm>
          <a:prstGeom prst="rect">
            <a:avLst/>
          </a:prstGeom>
          <a:noFill/>
          <a:ln>
            <a:noFill/>
          </a:ln>
        </p:spPr>
        <p:txBody>
          <a:bodyPr spcFirstLastPara="1" wrap="square" lIns="91425" tIns="91425" rIns="91425" bIns="91425" anchor="t" anchorCtr="0">
            <a:noAutofit/>
          </a:bodyPr>
          <a:lstStyle/>
          <a:p>
            <a:pPr lvl="0">
              <a:lnSpc>
                <a:spcPct val="105000"/>
              </a:lnSpc>
            </a:pPr>
            <a:r>
              <a:rPr lang="en-FI" sz="1200" dirty="0"/>
              <a:t>A key component of this project’s exploratory data analysis involves visualizing the data. As illustrated in the following charts, it is clear how scoring metrics, outlier distributions, and expected goal (</a:t>
            </a:r>
            <a:r>
              <a:rPr lang="en-FI" sz="1200" dirty="0" err="1"/>
              <a:t>xG</a:t>
            </a:r>
            <a:r>
              <a:rPr lang="en-FI" sz="1200" dirty="0"/>
              <a:t>) relationships behave across the 614 games in the Finnish </a:t>
            </a:r>
            <a:r>
              <a:rPr lang="en-FI" sz="1200" dirty="0" err="1"/>
              <a:t>Liiga</a:t>
            </a:r>
            <a:r>
              <a:rPr lang="en-FI" sz="1200" dirty="0"/>
              <a:t> dataset.</a:t>
            </a:r>
            <a:endParaRPr sz="1200" dirty="0">
              <a:solidFill>
                <a:schemeClr val="dk1"/>
              </a:solidFill>
              <a:latin typeface="Google Sans"/>
              <a:ea typeface="Google Sans"/>
              <a:cs typeface="Google Sans"/>
              <a:sym typeface="Google Sans"/>
            </a:endParaRPr>
          </a:p>
        </p:txBody>
      </p:sp>
      <p:sp>
        <p:nvSpPr>
          <p:cNvPr id="377" name="Google Shape;377;p15"/>
          <p:cNvSpPr txBox="1"/>
          <p:nvPr/>
        </p:nvSpPr>
        <p:spPr>
          <a:xfrm>
            <a:off x="2991475" y="6863950"/>
            <a:ext cx="4492200" cy="646300"/>
          </a:xfrm>
          <a:prstGeom prst="rect">
            <a:avLst/>
          </a:prstGeom>
          <a:noFill/>
          <a:ln>
            <a:noFill/>
          </a:ln>
        </p:spPr>
        <p:txBody>
          <a:bodyPr spcFirstLastPara="1" wrap="square" lIns="91425" tIns="91425" rIns="91425" bIns="91425" anchor="t" anchorCtr="0">
            <a:spAutoFit/>
          </a:bodyPr>
          <a:lstStyle/>
          <a:p>
            <a:pPr lvl="0"/>
            <a:r>
              <a:rPr lang="en-FI" sz="1000" dirty="0"/>
              <a:t>Again, looking at match outcomes, the scatter plot demonstrates a strong positive signal where home wins cluster at higher actual goals (≥3) and higher expected goals (</a:t>
            </a:r>
            <a:r>
              <a:rPr lang="en-FI" sz="1000" dirty="0" err="1"/>
              <a:t>xG</a:t>
            </a:r>
            <a:r>
              <a:rPr lang="en-FI" sz="1000" dirty="0"/>
              <a:t> ≥ 2.5).</a:t>
            </a:r>
            <a:endParaRPr sz="1000" dirty="0">
              <a:solidFill>
                <a:schemeClr val="dk1"/>
              </a:solidFill>
              <a:latin typeface="Google Sans"/>
              <a:ea typeface="Google Sans"/>
              <a:cs typeface="Google Sans"/>
              <a:sym typeface="Google Sans"/>
            </a:endParaRPr>
          </a:p>
        </p:txBody>
      </p:sp>
      <p:sp>
        <p:nvSpPr>
          <p:cNvPr id="380" name="Google Shape;380;p15"/>
          <p:cNvSpPr txBox="1"/>
          <p:nvPr/>
        </p:nvSpPr>
        <p:spPr>
          <a:xfrm>
            <a:off x="5171612" y="4437185"/>
            <a:ext cx="2289300" cy="1107965"/>
          </a:xfrm>
          <a:prstGeom prst="rect">
            <a:avLst/>
          </a:prstGeom>
          <a:noFill/>
          <a:ln>
            <a:noFill/>
          </a:ln>
        </p:spPr>
        <p:txBody>
          <a:bodyPr spcFirstLastPara="1" wrap="square" lIns="91425" tIns="91425" rIns="91425" bIns="91425" anchor="t" anchorCtr="0">
            <a:spAutoFit/>
          </a:bodyPr>
          <a:lstStyle/>
          <a:p>
            <a:pPr lvl="0" algn="r"/>
            <a:r>
              <a:rPr lang="en-FI" sz="1000" dirty="0"/>
              <a:t>Similar to goal counts, the boxplot illustrates a median of 3.0 goals and highlights 17 blowout games (&gt;6 goals) as legitimate statistical outliers exceeding the upper 1.5 * IQR threshold.</a:t>
            </a:r>
            <a:endParaRPr sz="1000" dirty="0">
              <a:solidFill>
                <a:schemeClr val="dk1"/>
              </a:solidFill>
              <a:latin typeface="Google Sans"/>
              <a:ea typeface="Google Sans"/>
              <a:cs typeface="Google Sans"/>
              <a:sym typeface="Google Sans"/>
            </a:endParaRPr>
          </a:p>
        </p:txBody>
      </p:sp>
      <p:sp>
        <p:nvSpPr>
          <p:cNvPr id="383" name="Google Shape;383;p15"/>
          <p:cNvSpPr txBox="1"/>
          <p:nvPr/>
        </p:nvSpPr>
        <p:spPr>
          <a:xfrm>
            <a:off x="4014399" y="8431050"/>
            <a:ext cx="3088125" cy="156963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b="1" dirty="0">
                <a:solidFill>
                  <a:schemeClr val="dk1"/>
                </a:solidFill>
                <a:latin typeface="Google Sans"/>
                <a:ea typeface="Google Sans"/>
                <a:cs typeface="Google Sans"/>
                <a:sym typeface="Google Sans"/>
              </a:rPr>
              <a:t>Skewed data distribution</a:t>
            </a:r>
            <a:endParaRPr sz="1000" b="1" dirty="0">
              <a:solidFill>
                <a:schemeClr val="dk1"/>
              </a:solidFill>
              <a:latin typeface="Google Sans"/>
              <a:ea typeface="Google Sans"/>
              <a:cs typeface="Google Sans"/>
              <a:sym typeface="Google Sans"/>
            </a:endParaRPr>
          </a:p>
          <a:p>
            <a:pPr lvl="0"/>
            <a:r>
              <a:rPr lang="en-FI" sz="1000" dirty="0"/>
              <a:t>Match scoring and attendance counts are concentrated at lower ranges (2–4 goals per game for most teams, with a median of 3.0). Therefore, the data distribution is right-skewed with notable high-scoring outliers (&gt;6 goals), which will inform the models and model types that will be built (e.g., </a:t>
            </a:r>
            <a:r>
              <a:rPr lang="en-FI" sz="1000" dirty="0" err="1"/>
              <a:t>favoring</a:t>
            </a:r>
            <a:r>
              <a:rPr lang="en-FI" sz="1000" dirty="0"/>
              <a:t> tree-based algorithms like Random Forest).</a:t>
            </a:r>
            <a:endParaRPr sz="1000" dirty="0">
              <a:solidFill>
                <a:schemeClr val="dk1"/>
              </a:solidFill>
              <a:latin typeface="Google Sans"/>
              <a:ea typeface="Google Sans"/>
              <a:cs typeface="Google Sans"/>
              <a:sym typeface="Google Sans"/>
            </a:endParaRPr>
          </a:p>
        </p:txBody>
      </p:sp>
      <p:sp>
        <p:nvSpPr>
          <p:cNvPr id="384" name="Google Shape;384;p15"/>
          <p:cNvSpPr txBox="1"/>
          <p:nvPr/>
        </p:nvSpPr>
        <p:spPr>
          <a:xfrm>
            <a:off x="269925" y="8431050"/>
            <a:ext cx="3647700" cy="1484992"/>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b="1" dirty="0">
                <a:solidFill>
                  <a:schemeClr val="dk1"/>
                </a:solidFill>
                <a:latin typeface="Google Sans"/>
                <a:ea typeface="Google Sans"/>
                <a:cs typeface="Google Sans"/>
                <a:sym typeface="Google Sans"/>
              </a:rPr>
              <a:t>Null values</a:t>
            </a:r>
            <a:endParaRPr sz="1100" b="1" dirty="0">
              <a:solidFill>
                <a:schemeClr val="dk1"/>
              </a:solidFill>
              <a:latin typeface="Google Sans"/>
              <a:ea typeface="Google Sans"/>
              <a:cs typeface="Google Sans"/>
              <a:sym typeface="Google Sans"/>
            </a:endParaRPr>
          </a:p>
          <a:p>
            <a:pPr lvl="0"/>
            <a:r>
              <a:rPr lang="en-FI" sz="1050" dirty="0"/>
              <a:t>32 null values were found in expected goals metrics (</a:t>
            </a:r>
            <a:r>
              <a:rPr lang="en-FI" sz="1050" dirty="0" err="1"/>
              <a:t>home_xg</a:t>
            </a:r>
            <a:r>
              <a:rPr lang="en-FI" sz="1050" dirty="0"/>
              <a:t> and </a:t>
            </a:r>
            <a:r>
              <a:rPr lang="en-FI" sz="1050" dirty="0" err="1"/>
              <a:t>away_xg</a:t>
            </a:r>
            <a:r>
              <a:rPr lang="en-FI" sz="1050" dirty="0"/>
              <a:t>). As a result, future </a:t>
            </a:r>
            <a:r>
              <a:rPr lang="en-FI" sz="1050" dirty="0" err="1"/>
              <a:t>modeling</a:t>
            </a:r>
            <a:r>
              <a:rPr lang="en-FI" sz="1050" dirty="0"/>
              <a:t> should consider these null values to avoid making insights that would assume complete data. Imputation (e.g., median filling) or row exclusion is necessary to prevent missing values from impacting future statistical analysis or model building.</a:t>
            </a:r>
            <a:endParaRPr sz="1050" dirty="0"/>
          </a:p>
        </p:txBody>
      </p:sp>
      <p:sp>
        <p:nvSpPr>
          <p:cNvPr id="3" name="TextBox 2">
            <a:extLst>
              <a:ext uri="{FF2B5EF4-FFF2-40B4-BE49-F238E27FC236}">
                <a16:creationId xmlns:a16="http://schemas.microsoft.com/office/drawing/2014/main" id="{3B8814FE-8321-747A-6B7A-4544F29DBA78}"/>
              </a:ext>
            </a:extLst>
          </p:cNvPr>
          <p:cNvSpPr txBox="1"/>
          <p:nvPr/>
        </p:nvSpPr>
        <p:spPr>
          <a:xfrm>
            <a:off x="3247438" y="3518281"/>
            <a:ext cx="1777559" cy="1223412"/>
          </a:xfrm>
          <a:prstGeom prst="rect">
            <a:avLst/>
          </a:prstGeom>
          <a:noFill/>
        </p:spPr>
        <p:txBody>
          <a:bodyPr wrap="square">
            <a:spAutoFit/>
          </a:bodyPr>
          <a:lstStyle/>
          <a:p>
            <a:r>
              <a:rPr lang="en-FI" sz="1050" b="0" i="0" dirty="0">
                <a:solidFill>
                  <a:srgbClr val="334155"/>
                </a:solidFill>
                <a:effectLst/>
                <a:latin typeface="Times New Roman" panose="02020603050405020304" pitchFamily="18" charset="0"/>
              </a:rPr>
              <a:t>The home goals variable has a right-skewed distribution, with the vast majority of matches clustered between 2 and 4 goals. Games with 6 or more goals occur rarely in regular play.</a:t>
            </a:r>
            <a:endParaRPr lang="en-FI" sz="1050" dirty="0"/>
          </a:p>
        </p:txBody>
      </p:sp>
      <p:pic>
        <p:nvPicPr>
          <p:cNvPr id="5" name="Picture 4">
            <a:extLst>
              <a:ext uri="{FF2B5EF4-FFF2-40B4-BE49-F238E27FC236}">
                <a16:creationId xmlns:a16="http://schemas.microsoft.com/office/drawing/2014/main" id="{8BB32246-A0EE-38A9-CC05-9598DC07A18C}"/>
              </a:ext>
            </a:extLst>
          </p:cNvPr>
          <p:cNvPicPr>
            <a:picLocks noChangeAspect="1"/>
          </p:cNvPicPr>
          <p:nvPr/>
        </p:nvPicPr>
        <p:blipFill>
          <a:blip r:embed="rId3"/>
          <a:stretch>
            <a:fillRect/>
          </a:stretch>
        </p:blipFill>
        <p:spPr>
          <a:xfrm>
            <a:off x="3100634" y="2026976"/>
            <a:ext cx="2137566" cy="1331261"/>
          </a:xfrm>
          <a:prstGeom prst="rect">
            <a:avLst/>
          </a:prstGeom>
        </p:spPr>
      </p:pic>
      <p:pic>
        <p:nvPicPr>
          <p:cNvPr id="7" name="Picture 6">
            <a:extLst>
              <a:ext uri="{FF2B5EF4-FFF2-40B4-BE49-F238E27FC236}">
                <a16:creationId xmlns:a16="http://schemas.microsoft.com/office/drawing/2014/main" id="{BECCBE44-09F8-56D1-C544-DD37A7709B50}"/>
              </a:ext>
            </a:extLst>
          </p:cNvPr>
          <p:cNvPicPr>
            <a:picLocks noChangeAspect="1"/>
          </p:cNvPicPr>
          <p:nvPr/>
        </p:nvPicPr>
        <p:blipFill>
          <a:blip r:embed="rId4"/>
          <a:stretch>
            <a:fillRect/>
          </a:stretch>
        </p:blipFill>
        <p:spPr>
          <a:xfrm>
            <a:off x="5327459" y="3043512"/>
            <a:ext cx="2116006" cy="1437704"/>
          </a:xfrm>
          <a:prstGeom prst="rect">
            <a:avLst/>
          </a:prstGeom>
        </p:spPr>
      </p:pic>
      <p:pic>
        <p:nvPicPr>
          <p:cNvPr id="9" name="Picture 8">
            <a:extLst>
              <a:ext uri="{FF2B5EF4-FFF2-40B4-BE49-F238E27FC236}">
                <a16:creationId xmlns:a16="http://schemas.microsoft.com/office/drawing/2014/main" id="{8ED41810-120E-FBDF-56BC-AA7C0C216F55}"/>
              </a:ext>
            </a:extLst>
          </p:cNvPr>
          <p:cNvPicPr>
            <a:picLocks noChangeAspect="1"/>
          </p:cNvPicPr>
          <p:nvPr/>
        </p:nvPicPr>
        <p:blipFill>
          <a:blip r:embed="rId5"/>
          <a:stretch>
            <a:fillRect/>
          </a:stretch>
        </p:blipFill>
        <p:spPr>
          <a:xfrm>
            <a:off x="3157990" y="5263647"/>
            <a:ext cx="2316273" cy="1602611"/>
          </a:xfrm>
          <a:prstGeom prst="rect">
            <a:avLst/>
          </a:prstGeom>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TotalTime>
  <Words>606</Words>
  <Application>Microsoft Office PowerPoint</Application>
  <PresentationFormat>Custom</PresentationFormat>
  <Paragraphs>17</Paragraphs>
  <Slides>1</Slides>
  <Notes>1</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1</vt:i4>
      </vt:variant>
    </vt:vector>
  </HeadingPairs>
  <TitlesOfParts>
    <vt:vector size="13" baseType="lpstr">
      <vt:lpstr>Google Sans</vt:lpstr>
      <vt:lpstr>PT Sans Narrow</vt:lpstr>
      <vt:lpstr>Work Sans</vt:lpstr>
      <vt:lpstr>Google Sans SemiBold</vt:lpstr>
      <vt:lpstr>Times New Roman</vt:lpstr>
      <vt:lpstr>Poppins</vt:lpstr>
      <vt:lpstr>Roboto</vt:lpstr>
      <vt:lpstr>Lato</vt:lpstr>
      <vt:lpstr>Calibri</vt:lpstr>
      <vt:lpstr>Arial</vt:lpstr>
      <vt:lpstr>Simple Light</vt:lpstr>
      <vt:lpstr>Simple Light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Oksana Kocherzhat</dc:creator>
  <cp:lastModifiedBy>Oksana Kocherzhat</cp:lastModifiedBy>
  <cp:revision>2</cp:revision>
  <dcterms:modified xsi:type="dcterms:W3CDTF">2026-08-12T14:50:46Z</dcterms:modified>
</cp:coreProperties>
</file>